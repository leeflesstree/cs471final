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5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4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55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52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47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48.xml"/>
  <Override ContentType="application/vnd.openxmlformats-officedocument.presentationml.slideLayout+xml" PartName="/ppt/slideLayouts/slideLayout49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3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4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6.xml"/>
  <Override ContentType="application/vnd.openxmlformats-officedocument.presentationml.slideLayout+xml" PartName="/ppt/slideLayouts/slideLayout43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5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50.xml"/>
  <Override ContentType="application/vnd.openxmlformats-officedocument.presentationml.slideLayout+xml" PartName="/ppt/slideLayouts/slideLayout4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45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704" r:id="rId4"/>
    <p:sldMasterId id="2147483705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</p:sldIdLst>
  <p:sldSz cy="5143500" cx="9144000"/>
  <p:notesSz cx="6858000" cy="9144000"/>
  <p:embeddedFontLst>
    <p:embeddedFont>
      <p:font typeface="Barlow ExtraLight"/>
      <p:regular r:id="rId35"/>
      <p:bold r:id="rId36"/>
      <p:italic r:id="rId37"/>
      <p:boldItalic r:id="rId38"/>
    </p:embeddedFont>
    <p:embeddedFont>
      <p:font typeface="Hepta Slab Medium"/>
      <p:regular r:id="rId39"/>
      <p:bold r:id="rId40"/>
    </p:embeddedFont>
    <p:embeddedFont>
      <p:font typeface="Hepta Slab Light"/>
      <p:regular r:id="rId41"/>
      <p:bold r:id="rId42"/>
    </p:embeddedFont>
    <p:embeddedFont>
      <p:font typeface="Hepta Slab"/>
      <p:regular r:id="rId43"/>
      <p:bold r:id="rId44"/>
    </p:embeddedFont>
    <p:embeddedFont>
      <p:font typeface="Barlow Medium"/>
      <p:regular r:id="rId45"/>
      <p:bold r:id="rId46"/>
      <p:italic r:id="rId47"/>
      <p:boldItalic r:id="rId48"/>
    </p:embeddedFont>
    <p:embeddedFont>
      <p:font typeface="Barlow Light"/>
      <p:regular r:id="rId49"/>
      <p:bold r:id="rId50"/>
      <p:italic r:id="rId51"/>
      <p:boldItalic r:id="rId52"/>
    </p:embeddedFont>
    <p:embeddedFont>
      <p:font typeface="Barlow"/>
      <p:regular r:id="rId53"/>
      <p:bold r:id="rId54"/>
      <p:italic r:id="rId55"/>
      <p:boldItalic r:id="rId56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HeptaSlabMedium-bold.fntdata"/><Relationship Id="rId42" Type="http://schemas.openxmlformats.org/officeDocument/2006/relationships/font" Target="fonts/HeptaSlabLight-bold.fntdata"/><Relationship Id="rId41" Type="http://schemas.openxmlformats.org/officeDocument/2006/relationships/font" Target="fonts/HeptaSlabLight-regular.fntdata"/><Relationship Id="rId44" Type="http://schemas.openxmlformats.org/officeDocument/2006/relationships/font" Target="fonts/HeptaSlab-bold.fntdata"/><Relationship Id="rId43" Type="http://schemas.openxmlformats.org/officeDocument/2006/relationships/font" Target="fonts/HeptaSlab-regular.fntdata"/><Relationship Id="rId46" Type="http://schemas.openxmlformats.org/officeDocument/2006/relationships/font" Target="fonts/BarlowMedium-bold.fntdata"/><Relationship Id="rId45" Type="http://schemas.openxmlformats.org/officeDocument/2006/relationships/font" Target="fonts/BarlowMedium-regular.fntdata"/><Relationship Id="rId1" Type="http://schemas.openxmlformats.org/officeDocument/2006/relationships/theme" Target="theme/theme3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48" Type="http://schemas.openxmlformats.org/officeDocument/2006/relationships/font" Target="fonts/BarlowMedium-boldItalic.fntdata"/><Relationship Id="rId47" Type="http://schemas.openxmlformats.org/officeDocument/2006/relationships/font" Target="fonts/BarlowMedium-italic.fntdata"/><Relationship Id="rId49" Type="http://schemas.openxmlformats.org/officeDocument/2006/relationships/font" Target="fonts/BarlowLight-regular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slide" Target="slides/slide25.xml"/><Relationship Id="rId30" Type="http://schemas.openxmlformats.org/officeDocument/2006/relationships/slide" Target="slides/slide24.xml"/><Relationship Id="rId33" Type="http://schemas.openxmlformats.org/officeDocument/2006/relationships/slide" Target="slides/slide27.xml"/><Relationship Id="rId32" Type="http://schemas.openxmlformats.org/officeDocument/2006/relationships/slide" Target="slides/slide26.xml"/><Relationship Id="rId35" Type="http://schemas.openxmlformats.org/officeDocument/2006/relationships/font" Target="fonts/BarlowExtraLight-regular.fntdata"/><Relationship Id="rId34" Type="http://schemas.openxmlformats.org/officeDocument/2006/relationships/slide" Target="slides/slide28.xml"/><Relationship Id="rId37" Type="http://schemas.openxmlformats.org/officeDocument/2006/relationships/font" Target="fonts/BarlowExtraLight-italic.fntdata"/><Relationship Id="rId36" Type="http://schemas.openxmlformats.org/officeDocument/2006/relationships/font" Target="fonts/BarlowExtraLight-bold.fntdata"/><Relationship Id="rId39" Type="http://schemas.openxmlformats.org/officeDocument/2006/relationships/font" Target="fonts/HeptaSlabMedium-regular.fntdata"/><Relationship Id="rId38" Type="http://schemas.openxmlformats.org/officeDocument/2006/relationships/font" Target="fonts/BarlowExtraLight-boldItalic.fntdata"/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29" Type="http://schemas.openxmlformats.org/officeDocument/2006/relationships/slide" Target="slides/slide23.xml"/><Relationship Id="rId51" Type="http://schemas.openxmlformats.org/officeDocument/2006/relationships/font" Target="fonts/BarlowLight-italic.fntdata"/><Relationship Id="rId50" Type="http://schemas.openxmlformats.org/officeDocument/2006/relationships/font" Target="fonts/BarlowLight-bold.fntdata"/><Relationship Id="rId53" Type="http://schemas.openxmlformats.org/officeDocument/2006/relationships/font" Target="fonts/Barlow-regular.fntdata"/><Relationship Id="rId52" Type="http://schemas.openxmlformats.org/officeDocument/2006/relationships/font" Target="fonts/BarlowLight-boldItalic.fntdata"/><Relationship Id="rId11" Type="http://schemas.openxmlformats.org/officeDocument/2006/relationships/slide" Target="slides/slide5.xml"/><Relationship Id="rId55" Type="http://schemas.openxmlformats.org/officeDocument/2006/relationships/font" Target="fonts/Barlow-italic.fntdata"/><Relationship Id="rId10" Type="http://schemas.openxmlformats.org/officeDocument/2006/relationships/slide" Target="slides/slide4.xml"/><Relationship Id="rId54" Type="http://schemas.openxmlformats.org/officeDocument/2006/relationships/font" Target="fonts/Barlow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56" Type="http://schemas.openxmlformats.org/officeDocument/2006/relationships/font" Target="fonts/Barlow-bold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7" name="Shape 3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" name="Google Shape;368;g354bf1f2987_0_73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69" name="Google Shape;369;g354bf1f2987_0_73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g354bf1f2987_0_7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75" name="Google Shape;375;g354bf1f2987_0_7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g354bf1f2987_0_14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94" name="Google Shape;394;g354bf1f2987_0_14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8" name="Shape 3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" name="Google Shape;399;g354bf1f2987_0_16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0" name="Google Shape;400;g354bf1f2987_0_16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g354bf1f2987_0_14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08" name="Google Shape;408;g354bf1f2987_0_14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2" name="Shape 4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3" name="Google Shape;413;g354bf1f2987_0_170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4" name="Google Shape;414;g354bf1f2987_0_170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354bf1f2987_0_1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27" name="Google Shape;427;g354bf1f2987_0_1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1" name="Shape 4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2" name="Google Shape;432;g354bf1f2987_0_164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3" name="Google Shape;433;g354bf1f2987_0_164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0" name="Shape 4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1" name="Google Shape;451;g355a44ad2a3_0_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52" name="Google Shape;452;g355a44ad2a3_0_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1" name="Shape 4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2" name="Google Shape;462;g354bf1f2987_0_173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63" name="Google Shape;463;g354bf1f2987_0_17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70" name="Shape 4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1" name="Google Shape;471;g355a44ad2a3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72" name="Google Shape;472;g355a44ad2a3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g354bf1f2987_0_17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83" name="Google Shape;483;g354bf1f2987_0_17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2" name="Shape 4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3" name="Google Shape;493;g354bf1f2987_0_148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94" name="Google Shape;494;g354bf1f2987_0_148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98" name="Shape 4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9" name="Google Shape;499;g354bf1f2987_0_1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00" name="Google Shape;500;g354bf1f2987_0_1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15" name="Shape 5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6" name="Google Shape;516;g354bf1f2987_0_159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17" name="Google Shape;517;g354bf1f2987_0_15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29" name="Shape 5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0" name="Google Shape;530;g354bf1f2987_0_79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31" name="Google Shape;531;g354bf1f2987_0_79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3" name="Shape 5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4" name="Google Shape;544;g354bf1f2987_0_155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5" name="Google Shape;545;g354bf1f2987_0_155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0" name="Shape 5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1" name="Google Shape;561;g354bf1f2987_0_160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2" name="Google Shape;562;g354bf1f2987_0_160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4" name="Shape 5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5" name="Google Shape;575;g354bf1f2987_0_152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6" name="Google Shape;576;g354bf1f2987_0_15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g354bf1f2987_0_177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0" name="Google Shape;590;g354bf1f2987_0_177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g354bf1f2987_0_180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7" name="Google Shape;607;g354bf1f2987_0_18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9" name="Shape 6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0" name="Google Shape;620;g354bf1f2987_0_18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1" name="Google Shape;621;g354bf1f2987_0_18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g354bf1f2987_0_148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5" name="Google Shape;635;g354bf1f2987_0_148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9" name="Shape 6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0" name="Google Shape;640;g355a44ad2a3_0_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1" name="Google Shape;641;g355a44ad2a3_0_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7" name="Shape 6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8" name="Google Shape;648;g354bf1f2987_0_185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9" name="Google Shape;649;g354bf1f2987_0_185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64" name="Shape 6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" name="Google Shape;665;g355a44ad2a3_0_4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66" name="Google Shape;666;g355a44ad2a3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75" name="Shape 6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6" name="Google Shape;676;g354bf1f2987_0_11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7" name="Google Shape;677;g354bf1f2987_0_11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1" name="Shape 6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2" name="Google Shape;682;g354bf1f2987_0_114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83" name="Google Shape;683;g354bf1f2987_0_114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>
  <p:cSld name="TITLE_4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56" name="Google Shape;56;p14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57" name="Google Shape;57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HEADER_1"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_AND_BODY_1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64" name="Google Shape;64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_AND_TWO_COLUMNS_1_1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8" name="Google Shape;68;p1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69" name="Google Shape;69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TITLE_ONLY_1"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_1"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75" name="Google Shape;75;p1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76" name="Google Shape;76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_1"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2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79" name="Google Shape;79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_1"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2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2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83" name="Google Shape;83;p2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84" name="Google Shape;84;p2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Char char="■"/>
              <a:defRPr>
                <a:solidFill>
                  <a:schemeClr val="lt1"/>
                </a:solidFill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Char char="■"/>
              <a:defRPr>
                <a:solidFill>
                  <a:schemeClr val="lt1"/>
                </a:solidFill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Char char="●"/>
              <a:defRPr>
                <a:solidFill>
                  <a:schemeClr val="lt1"/>
                </a:solidFill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Char char="○"/>
              <a:defRPr>
                <a:solidFill>
                  <a:schemeClr val="lt1"/>
                </a:solidFill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85" name="Google Shape;85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_1">
    <p:spTree>
      <p:nvGrpSpPr>
        <p:cNvPr id="86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2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1500"/>
              <a:buNone/>
              <a:defRPr/>
            </a:lvl1pPr>
          </a:lstStyle>
          <a:p/>
        </p:txBody>
      </p:sp>
      <p:sp>
        <p:nvSpPr>
          <p:cNvPr id="88" name="Google Shape;8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_1"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p2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91" name="Google Shape;91;p2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 algn="ctr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 algn="ctr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 algn="ctr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 algn="ctr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 algn="ctr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 algn="ctr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 algn="ctr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92" name="Google Shape;92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_2"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CUSTOM_7_1"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5"/>
          <p:cNvSpPr txBox="1"/>
          <p:nvPr>
            <p:ph type="title"/>
          </p:nvPr>
        </p:nvSpPr>
        <p:spPr>
          <a:xfrm>
            <a:off x="677325" y="1832775"/>
            <a:ext cx="3217200" cy="1484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97" name="Google Shape;97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98" name="Google Shape;98;p25"/>
          <p:cNvSpPr txBox="1"/>
          <p:nvPr>
            <p:ph idx="1" type="subTitle"/>
          </p:nvPr>
        </p:nvSpPr>
        <p:spPr>
          <a:xfrm>
            <a:off x="4406650" y="39375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99" name="Google Shape;99;p25"/>
          <p:cNvSpPr txBox="1"/>
          <p:nvPr>
            <p:ph idx="2" type="subTitle"/>
          </p:nvPr>
        </p:nvSpPr>
        <p:spPr>
          <a:xfrm>
            <a:off x="4406650" y="115170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0" name="Google Shape;100;p25"/>
          <p:cNvSpPr txBox="1"/>
          <p:nvPr>
            <p:ph idx="3" type="subTitle"/>
          </p:nvPr>
        </p:nvSpPr>
        <p:spPr>
          <a:xfrm>
            <a:off x="4406650" y="342557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1" name="Google Shape;101;p25"/>
          <p:cNvSpPr txBox="1"/>
          <p:nvPr>
            <p:ph idx="4" type="subTitle"/>
          </p:nvPr>
        </p:nvSpPr>
        <p:spPr>
          <a:xfrm>
            <a:off x="4406650" y="1909660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2" name="Google Shape;102;p25"/>
          <p:cNvSpPr txBox="1"/>
          <p:nvPr>
            <p:ph idx="5" type="subTitle"/>
          </p:nvPr>
        </p:nvSpPr>
        <p:spPr>
          <a:xfrm>
            <a:off x="4406650" y="418352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03" name="Google Shape;103;p25"/>
          <p:cNvSpPr txBox="1"/>
          <p:nvPr>
            <p:ph idx="6" type="subTitle"/>
          </p:nvPr>
        </p:nvSpPr>
        <p:spPr>
          <a:xfrm>
            <a:off x="4406650" y="2667615"/>
            <a:ext cx="44097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CUSTOM_8_1"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06" name="Google Shape;106;p26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07" name="Google Shape;107;p26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  <p:sp>
        <p:nvSpPr>
          <p:cNvPr id="108" name="Google Shape;108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CUSTOM_1_1"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1" name="Google Shape;111;p27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12" name="Google Shape;112;p27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3" name="Google Shape;113;p27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4" name="Google Shape;114;p27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15" name="Google Shape;115;p27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CUSTOM_2_2"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18" name="Google Shape;118;p28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19" name="Google Shape;119;p28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0" name="Google Shape;120;p28"/>
          <p:cNvSpPr txBox="1"/>
          <p:nvPr>
            <p:ph idx="3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SzPts val="15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1" name="Google Shape;121;p28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22" name="Google Shape;122;p28"/>
          <p:cNvSpPr txBox="1"/>
          <p:nvPr>
            <p:ph idx="4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3" name="Google Shape;123;p28"/>
          <p:cNvSpPr txBox="1"/>
          <p:nvPr>
            <p:ph idx="5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24" name="Google Shape;124;p28"/>
          <p:cNvSpPr txBox="1"/>
          <p:nvPr>
            <p:ph idx="6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CUSTOM_3_1">
    <p:spTree>
      <p:nvGrpSpPr>
        <p:cNvPr id="125" name="Shape 1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Google Shape;126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27" name="Google Shape;127;p29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8" name="Google Shape;128;p29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29" name="Google Shape;129;p29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0" name="Google Shape;130;p29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SzPts val="1300"/>
              <a:buChar char="■"/>
              <a:defRPr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/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SzPts val="10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Char char="○"/>
              <a:defRPr/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SzPts val="700"/>
              <a:buChar char="■"/>
              <a:defRPr/>
            </a:lvl9pPr>
          </a:lstStyle>
          <a:p/>
        </p:txBody>
      </p:sp>
      <p:sp>
        <p:nvSpPr>
          <p:cNvPr id="131" name="Google Shape;131;p29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132" name="Google Shape;132;p29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3" name="Google Shape;133;p29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4" name="Google Shape;134;p29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135" name="Google Shape;135;p29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_ONLY_1_1"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8" name="Google Shape;138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39" name="Google Shape;139;p30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CUSTOM_4_1">
    <p:spTree>
      <p:nvGrpSpPr>
        <p:cNvPr id="140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31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2" name="Google Shape;142;p31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3" name="Google Shape;143;p31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144" name="Google Shape;144;p31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45" name="Google Shape;145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46" name="Google Shape;146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7" name="Google Shape;147;p31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48" name="Google Shape;148;p31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CUSTOM_4_1_1"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32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1" name="Google Shape;151;p32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32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3" name="Google Shape;153;p32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4" name="Google Shape;154;p32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155" name="Google Shape;155;p32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156" name="Google Shape;156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57" name="Google Shape;157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8" name="Google Shape;158;p32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59" name="Google Shape;159;p32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160" name="Google Shape;160;p32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CUSTOM_5_1"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3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  <p:sp>
        <p:nvSpPr>
          <p:cNvPr id="163" name="Google Shape;163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CUSTOM_6_1"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166" name="Google Shape;166;p34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7" name="Google Shape;167;p34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8" name="Google Shape;168;p34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69" name="Google Shape;169;p34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0" name="Google Shape;170;p34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1" name="Google Shape;171;p34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2" name="Google Shape;172;p34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3" name="Google Shape;173;p34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4" name="Google Shape;174;p34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175" name="Google Shape;175;p34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BLANK_1"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178" name="Google Shape;178;p3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4"/>
              </a:buClr>
              <a:buSzPts val="12800"/>
              <a:buNone/>
              <a:defRPr sz="12800">
                <a:solidFill>
                  <a:schemeClr val="accent4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800"/>
              <a:buNone/>
              <a:defRPr sz="12800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79" name="Google Shape;179;p3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7">
          <p15:clr>
            <a:srgbClr val="E46962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secHead">
  <p:cSld name="SECTION_HEADER"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36"/>
          <p:cNvSpPr txBox="1"/>
          <p:nvPr>
            <p:ph type="title"/>
          </p:nvPr>
        </p:nvSpPr>
        <p:spPr>
          <a:xfrm>
            <a:off x="632850" y="1124700"/>
            <a:ext cx="78783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400"/>
              <a:buFont typeface="Hepta Slab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82" name="Google Shape;182;p36"/>
          <p:cNvSpPr txBox="1"/>
          <p:nvPr>
            <p:ph idx="1" type="body"/>
          </p:nvPr>
        </p:nvSpPr>
        <p:spPr>
          <a:xfrm>
            <a:off x="4064100" y="4335200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183" name="Google Shape;183;p36"/>
          <p:cNvSpPr txBox="1"/>
          <p:nvPr>
            <p:ph idx="2" type="subTitle"/>
          </p:nvPr>
        </p:nvSpPr>
        <p:spPr>
          <a:xfrm>
            <a:off x="2857500" y="2902000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600"/>
              <a:buNone/>
              <a:defRPr sz="26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4" name="Google Shape;184;p36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/ Content" type="tx">
  <p:cSld name="TITLE_AND_BODY">
    <p:bg>
      <p:bgPr>
        <a:solidFill>
          <a:schemeClr val="accent4"/>
        </a:solidFill>
      </p:bgPr>
    </p:bg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p37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None/>
              <a:defRPr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7" name="Google Shape;187;p37"/>
          <p:cNvSpPr txBox="1"/>
          <p:nvPr>
            <p:ph idx="2" type="body"/>
          </p:nvPr>
        </p:nvSpPr>
        <p:spPr>
          <a:xfrm>
            <a:off x="7110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88" name="Google Shape;188;p37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89" name="Google Shape;189;p37"/>
          <p:cNvSpPr txBox="1"/>
          <p:nvPr>
            <p:ph idx="4" type="body"/>
          </p:nvPr>
        </p:nvSpPr>
        <p:spPr>
          <a:xfrm>
            <a:off x="2285797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0" name="Google Shape;190;p37"/>
          <p:cNvSpPr txBox="1"/>
          <p:nvPr>
            <p:ph idx="5" type="body"/>
          </p:nvPr>
        </p:nvSpPr>
        <p:spPr>
          <a:xfrm>
            <a:off x="7110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1" name="Google Shape;191;p37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2" name="Google Shape;192;p37"/>
          <p:cNvSpPr txBox="1"/>
          <p:nvPr>
            <p:ph idx="7" type="body"/>
          </p:nvPr>
        </p:nvSpPr>
        <p:spPr>
          <a:xfrm>
            <a:off x="2285797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3" name="Google Shape;193;p37"/>
          <p:cNvSpPr txBox="1"/>
          <p:nvPr>
            <p:ph idx="8" type="body"/>
          </p:nvPr>
        </p:nvSpPr>
        <p:spPr>
          <a:xfrm>
            <a:off x="7110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4" name="Google Shape;194;p37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5" name="Google Shape;195;p37"/>
          <p:cNvSpPr txBox="1"/>
          <p:nvPr>
            <p:ph idx="13" type="body"/>
          </p:nvPr>
        </p:nvSpPr>
        <p:spPr>
          <a:xfrm>
            <a:off x="2285797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6" name="Google Shape;196;p37"/>
          <p:cNvSpPr txBox="1"/>
          <p:nvPr>
            <p:ph idx="14" type="body"/>
          </p:nvPr>
        </p:nvSpPr>
        <p:spPr>
          <a:xfrm>
            <a:off x="47465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197" name="Google Shape;197;p37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198" name="Google Shape;198;p37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199" name="Google Shape;199;p37"/>
          <p:cNvSpPr txBox="1"/>
          <p:nvPr>
            <p:ph idx="17" type="body"/>
          </p:nvPr>
        </p:nvSpPr>
        <p:spPr>
          <a:xfrm>
            <a:off x="47465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0" name="Google Shape;200;p37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1" name="Google Shape;201;p37"/>
          <p:cNvSpPr txBox="1"/>
          <p:nvPr>
            <p:ph idx="19" type="body"/>
          </p:nvPr>
        </p:nvSpPr>
        <p:spPr>
          <a:xfrm>
            <a:off x="6321281" y="2468166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2" name="Google Shape;202;p37"/>
          <p:cNvSpPr txBox="1"/>
          <p:nvPr>
            <p:ph idx="20" type="body"/>
          </p:nvPr>
        </p:nvSpPr>
        <p:spPr>
          <a:xfrm>
            <a:off x="4746581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3175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31115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3048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2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29845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1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2921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28575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900"/>
              <a:buFont typeface="Barlow ExtraLight"/>
              <a:buChar char="●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279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800"/>
              <a:buFont typeface="Barlow ExtraLight"/>
              <a:buChar char="○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27305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ExtraLight"/>
              <a:buChar char="■"/>
              <a:defRPr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03" name="Google Shape;203;p37"/>
          <p:cNvSpPr txBox="1"/>
          <p:nvPr>
            <p:ph idx="21" type="subTitle"/>
          </p:nvPr>
        </p:nvSpPr>
        <p:spPr>
          <a:xfrm>
            <a:off x="5734705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04" name="Google Shape;204;p37"/>
          <p:cNvSpPr txBox="1"/>
          <p:nvPr>
            <p:ph idx="22" type="body"/>
          </p:nvPr>
        </p:nvSpPr>
        <p:spPr>
          <a:xfrm>
            <a:off x="6321281" y="3464593"/>
            <a:ext cx="1775700" cy="843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05" name="Google Shape;205;p3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60">
          <p15:clr>
            <a:srgbClr val="E46962"/>
          </p15:clr>
        </p15:guide>
        <p15:guide id="3" orient="horz" pos="1048">
          <p15:clr>
            <a:srgbClr val="E46962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 + Image" type="twoColTx">
  <p:cSld name="TITLE_AND_TWO_COLUMNS">
    <p:bg>
      <p:bgPr>
        <a:solidFill>
          <a:schemeClr val="dk1"/>
        </a:solidFill>
      </p:bgPr>
    </p:bg>
    <p:spTree>
      <p:nvGrpSpPr>
        <p:cNvPr id="206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38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8" name="Google Shape;208;p38"/>
          <p:cNvSpPr txBox="1"/>
          <p:nvPr/>
        </p:nvSpPr>
        <p:spPr>
          <a:xfrm>
            <a:off x="6262625" y="1205946"/>
            <a:ext cx="21555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b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en"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rPr>
              <a:t>Lorem ipsum dolor sit amet, consectetur adipiscing elit.</a:t>
            </a:r>
            <a:endParaRPr i="1" sz="700">
              <a:solidFill>
                <a:schemeClr val="lt1"/>
              </a:solidFill>
              <a:latin typeface="Barlow Medium"/>
              <a:ea typeface="Barlow Medium"/>
              <a:cs typeface="Barlow Medium"/>
              <a:sym typeface="Barlow Medium"/>
            </a:endParaRPr>
          </a:p>
        </p:txBody>
      </p:sp>
      <p:sp>
        <p:nvSpPr>
          <p:cNvPr id="209" name="Google Shape;209;p38"/>
          <p:cNvSpPr/>
          <p:nvPr>
            <p:ph idx="2" type="pic"/>
          </p:nvPr>
        </p:nvSpPr>
        <p:spPr>
          <a:xfrm>
            <a:off x="3915225" y="1631250"/>
            <a:ext cx="4441200" cy="30099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10" name="Google Shape;210;p38"/>
          <p:cNvSpPr txBox="1"/>
          <p:nvPr>
            <p:ph idx="1" type="body"/>
          </p:nvPr>
        </p:nvSpPr>
        <p:spPr>
          <a:xfrm>
            <a:off x="791150" y="1835400"/>
            <a:ext cx="2094000" cy="846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11" name="Google Shape;211;p38"/>
          <p:cNvSpPr txBox="1"/>
          <p:nvPr>
            <p:ph idx="3" type="subTitle"/>
          </p:nvPr>
        </p:nvSpPr>
        <p:spPr>
          <a:xfrm>
            <a:off x="791150" y="522625"/>
            <a:ext cx="3918300" cy="100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2" name="Google Shape;212;p3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AND_TWO_COLUMNS_1">
    <p:bg>
      <p:bgPr>
        <a:solidFill>
          <a:schemeClr val="dk1"/>
        </a:solidFill>
      </p:bgPr>
    </p:bg>
    <p:spTree>
      <p:nvGrpSpPr>
        <p:cNvPr id="213" name="Shape 2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Google Shape;214;p3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5" name="Google Shape;215;p39"/>
          <p:cNvSpPr txBox="1"/>
          <p:nvPr>
            <p:ph idx="1" type="subTitle"/>
          </p:nvPr>
        </p:nvSpPr>
        <p:spPr>
          <a:xfrm>
            <a:off x="791150" y="522625"/>
            <a:ext cx="5173200" cy="9765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3600"/>
              <a:buFont typeface="Hepta Slab Medium"/>
              <a:buNone/>
              <a:defRPr sz="3600"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16" name="Google Shape;216;p39"/>
          <p:cNvSpPr txBox="1"/>
          <p:nvPr>
            <p:ph idx="2" type="body"/>
          </p:nvPr>
        </p:nvSpPr>
        <p:spPr>
          <a:xfrm>
            <a:off x="685450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7" name="Google Shape;217;p39"/>
          <p:cNvSpPr txBox="1"/>
          <p:nvPr>
            <p:ph idx="3" type="body"/>
          </p:nvPr>
        </p:nvSpPr>
        <p:spPr>
          <a:xfrm>
            <a:off x="4601077" y="2180950"/>
            <a:ext cx="3579600" cy="2385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>
                <a:solidFill>
                  <a:schemeClr val="lt1"/>
                </a:solidFill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  <a:defRPr sz="1100">
                <a:solidFill>
                  <a:schemeClr val="lt1"/>
                </a:solidFill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  <a:defRPr sz="1100">
                <a:solidFill>
                  <a:schemeClr val="lt1"/>
                </a:solidFill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■"/>
              <a:defRPr sz="11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18" name="Google Shape;218;p3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am / Company Overview" type="titleOnly">
  <p:cSld name="TITLE_ONLY">
    <p:bg>
      <p:bgPr>
        <a:solidFill>
          <a:schemeClr val="accent4"/>
        </a:solidFill>
      </p:bgPr>
    </p:bg>
    <p:spTree>
      <p:nvGrpSpPr>
        <p:cNvPr id="219" name="Shape 2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0" name="Google Shape;220;p40"/>
          <p:cNvSpPr/>
          <p:nvPr>
            <p:ph idx="2" type="pic"/>
          </p:nvPr>
        </p:nvSpPr>
        <p:spPr>
          <a:xfrm>
            <a:off x="791150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1" name="Google Shape;221;p40"/>
          <p:cNvSpPr/>
          <p:nvPr>
            <p:ph idx="3" type="pic"/>
          </p:nvPr>
        </p:nvSpPr>
        <p:spPr>
          <a:xfrm>
            <a:off x="2355375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2" name="Google Shape;222;p40"/>
          <p:cNvSpPr/>
          <p:nvPr>
            <p:ph idx="4" type="pic"/>
          </p:nvPr>
        </p:nvSpPr>
        <p:spPr>
          <a:xfrm>
            <a:off x="3921313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3" name="Google Shape;223;p40"/>
          <p:cNvSpPr/>
          <p:nvPr>
            <p:ph idx="5" type="pic"/>
          </p:nvPr>
        </p:nvSpPr>
        <p:spPr>
          <a:xfrm>
            <a:off x="5491588" y="522900"/>
            <a:ext cx="1294800" cy="1918500"/>
          </a:xfrm>
          <a:prstGeom prst="rect">
            <a:avLst/>
          </a:prstGeom>
          <a:noFill/>
          <a:ln>
            <a:noFill/>
          </a:ln>
        </p:spPr>
      </p:sp>
      <p:sp>
        <p:nvSpPr>
          <p:cNvPr id="224" name="Google Shape;224;p40"/>
          <p:cNvSpPr txBox="1"/>
          <p:nvPr>
            <p:ph idx="1" type="body"/>
          </p:nvPr>
        </p:nvSpPr>
        <p:spPr>
          <a:xfrm>
            <a:off x="680850" y="3443850"/>
            <a:ext cx="3074700" cy="1031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●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○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Char char="■"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225" name="Google Shape;225;p40"/>
          <p:cNvSpPr txBox="1"/>
          <p:nvPr>
            <p:ph idx="6" type="body"/>
          </p:nvPr>
        </p:nvSpPr>
        <p:spPr>
          <a:xfrm>
            <a:off x="4123900" y="3443850"/>
            <a:ext cx="4030200" cy="1165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26" name="Google Shape;226;p40"/>
          <p:cNvSpPr txBox="1"/>
          <p:nvPr>
            <p:ph idx="7" type="body"/>
          </p:nvPr>
        </p:nvSpPr>
        <p:spPr>
          <a:xfrm>
            <a:off x="7050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7" name="Google Shape;227;p40"/>
          <p:cNvSpPr txBox="1"/>
          <p:nvPr>
            <p:ph idx="8" type="body"/>
          </p:nvPr>
        </p:nvSpPr>
        <p:spPr>
          <a:xfrm>
            <a:off x="2258888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8" name="Google Shape;228;p40"/>
          <p:cNvSpPr txBox="1"/>
          <p:nvPr>
            <p:ph idx="9" type="body"/>
          </p:nvPr>
        </p:nvSpPr>
        <p:spPr>
          <a:xfrm>
            <a:off x="38275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29" name="Google Shape;229;p40"/>
          <p:cNvSpPr txBox="1"/>
          <p:nvPr>
            <p:ph idx="13" type="body"/>
          </p:nvPr>
        </p:nvSpPr>
        <p:spPr>
          <a:xfrm>
            <a:off x="5395113" y="2737270"/>
            <a:ext cx="1294800" cy="259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0" name="Google Shape;230;p40"/>
          <p:cNvSpPr txBox="1"/>
          <p:nvPr>
            <p:ph idx="14" type="body"/>
          </p:nvPr>
        </p:nvSpPr>
        <p:spPr>
          <a:xfrm>
            <a:off x="7050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1" name="Google Shape;231;p40"/>
          <p:cNvSpPr txBox="1"/>
          <p:nvPr>
            <p:ph idx="15" type="body"/>
          </p:nvPr>
        </p:nvSpPr>
        <p:spPr>
          <a:xfrm>
            <a:off x="2258891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2" name="Google Shape;232;p40"/>
          <p:cNvSpPr txBox="1"/>
          <p:nvPr>
            <p:ph idx="16" type="body"/>
          </p:nvPr>
        </p:nvSpPr>
        <p:spPr>
          <a:xfrm>
            <a:off x="3827003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3" name="Google Shape;233;p40"/>
          <p:cNvSpPr txBox="1"/>
          <p:nvPr>
            <p:ph idx="17" type="body"/>
          </p:nvPr>
        </p:nvSpPr>
        <p:spPr>
          <a:xfrm>
            <a:off x="5396128" y="2464123"/>
            <a:ext cx="1294800" cy="25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●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○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700"/>
              <a:buFont typeface="Barlow Medium"/>
              <a:buChar char="■"/>
              <a:defRPr sz="700">
                <a:solidFill>
                  <a:schemeClr val="accent3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34" name="Google Shape;234;p4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etitive Landscape">
  <p:cSld name="ONE_COLUMN_TEXT">
    <p:bg>
      <p:bgPr>
        <a:solidFill>
          <a:schemeClr val="dk1"/>
        </a:solidFill>
      </p:bgPr>
    </p:bg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41"/>
          <p:cNvSpPr txBox="1"/>
          <p:nvPr>
            <p:ph idx="1" type="body"/>
          </p:nvPr>
        </p:nvSpPr>
        <p:spPr>
          <a:xfrm>
            <a:off x="791150" y="738025"/>
            <a:ext cx="39183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37" name="Google Shape;237;p41"/>
          <p:cNvSpPr txBox="1"/>
          <p:nvPr>
            <p:ph idx="2" type="subTitle"/>
          </p:nvPr>
        </p:nvSpPr>
        <p:spPr>
          <a:xfrm>
            <a:off x="791150" y="522625"/>
            <a:ext cx="39183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38" name="Google Shape;238;p4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Trends + Data">
  <p:cSld name="MAIN_POINT">
    <p:bg>
      <p:bgPr>
        <a:solidFill>
          <a:schemeClr val="dk1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p42"/>
          <p:cNvSpPr txBox="1"/>
          <p:nvPr>
            <p:ph idx="1" type="subTitle"/>
          </p:nvPr>
        </p:nvSpPr>
        <p:spPr>
          <a:xfrm>
            <a:off x="690250" y="415625"/>
            <a:ext cx="1261800" cy="27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41" name="Google Shape;241;p42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Hepta Slab Light"/>
                <a:ea typeface="Hepta Slab Light"/>
                <a:cs typeface="Hepta Slab Light"/>
                <a:sym typeface="Hepta Slab Light"/>
              </a:defRPr>
            </a:lvl9pPr>
          </a:lstStyle>
          <a:p/>
        </p:txBody>
      </p:sp>
      <p:sp>
        <p:nvSpPr>
          <p:cNvPr id="242" name="Google Shape;242;p42"/>
          <p:cNvSpPr txBox="1"/>
          <p:nvPr>
            <p:ph idx="3" type="body"/>
          </p:nvPr>
        </p:nvSpPr>
        <p:spPr>
          <a:xfrm>
            <a:off x="480425" y="534275"/>
            <a:ext cx="4878300" cy="191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43" name="Google Shape;243;p4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lvl="1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lvl="2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lvl="3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lvl="4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lvl="5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lvl="6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lvl="7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lvl="8" rtl="0">
              <a:buNone/>
              <a:defRPr sz="1100">
                <a:solidFill>
                  <a:schemeClr val="accent3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60">
          <p15:clr>
            <a:srgbClr val="E46962"/>
          </p15:clr>
        </p15:guide>
        <p15:guide id="2" orient="horz" pos="347">
          <p15:clr>
            <a:srgbClr val="E46962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WOT Analysis">
  <p:cSld name="CUSTOM_14">
    <p:bg>
      <p:bgPr>
        <a:solidFill>
          <a:schemeClr val="dk1"/>
        </a:solidFill>
      </p:bgPr>
    </p:bg>
    <p:spTree>
      <p:nvGrpSpPr>
        <p:cNvPr id="244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" name="Google Shape;245;p43"/>
          <p:cNvSpPr txBox="1"/>
          <p:nvPr>
            <p:ph type="title"/>
          </p:nvPr>
        </p:nvSpPr>
        <p:spPr>
          <a:xfrm>
            <a:off x="723861" y="1584738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6" name="Google Shape;246;p43"/>
          <p:cNvSpPr txBox="1"/>
          <p:nvPr>
            <p:ph idx="2" type="title"/>
          </p:nvPr>
        </p:nvSpPr>
        <p:spPr>
          <a:xfrm>
            <a:off x="723861" y="239098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7" name="Google Shape;247;p43"/>
          <p:cNvSpPr txBox="1"/>
          <p:nvPr>
            <p:ph idx="3" type="title"/>
          </p:nvPr>
        </p:nvSpPr>
        <p:spPr>
          <a:xfrm>
            <a:off x="723861" y="3157931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8" name="Google Shape;248;p43"/>
          <p:cNvSpPr txBox="1"/>
          <p:nvPr>
            <p:ph idx="4" type="title"/>
          </p:nvPr>
        </p:nvSpPr>
        <p:spPr>
          <a:xfrm>
            <a:off x="723861" y="3954905"/>
            <a:ext cx="2670600" cy="315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Font typeface="Barlow Medium"/>
              <a:buNone/>
              <a:defRPr sz="15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49" name="Google Shape;249;p43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0" name="Google Shape;250;p43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3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Barlow"/>
              <a:buChar char="●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"/>
              <a:buChar char="■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51" name="Google Shape;251;p4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3"/>
                </a:solidFill>
              </a:defRPr>
            </a:lvl1pPr>
            <a:lvl2pPr lvl="1" rtl="0">
              <a:buNone/>
              <a:defRPr sz="1100">
                <a:solidFill>
                  <a:schemeClr val="accent3"/>
                </a:solidFill>
              </a:defRPr>
            </a:lvl2pPr>
            <a:lvl3pPr lvl="2" rtl="0">
              <a:buNone/>
              <a:defRPr sz="1100">
                <a:solidFill>
                  <a:schemeClr val="accent3"/>
                </a:solidFill>
              </a:defRPr>
            </a:lvl3pPr>
            <a:lvl4pPr lvl="3" rtl="0">
              <a:buNone/>
              <a:defRPr sz="1100">
                <a:solidFill>
                  <a:schemeClr val="accent3"/>
                </a:solidFill>
              </a:defRPr>
            </a:lvl4pPr>
            <a:lvl5pPr lvl="4" rtl="0">
              <a:buNone/>
              <a:defRPr sz="1100">
                <a:solidFill>
                  <a:schemeClr val="accent3"/>
                </a:solidFill>
              </a:defRPr>
            </a:lvl5pPr>
            <a:lvl6pPr lvl="5" rtl="0">
              <a:buNone/>
              <a:defRPr sz="1100">
                <a:solidFill>
                  <a:schemeClr val="accent3"/>
                </a:solidFill>
              </a:defRPr>
            </a:lvl6pPr>
            <a:lvl7pPr lvl="6" rtl="0">
              <a:buNone/>
              <a:defRPr sz="1100">
                <a:solidFill>
                  <a:schemeClr val="accent3"/>
                </a:solidFill>
              </a:defRPr>
            </a:lvl7pPr>
            <a:lvl8pPr lvl="7" rtl="0">
              <a:buNone/>
              <a:defRPr sz="1100">
                <a:solidFill>
                  <a:schemeClr val="accent3"/>
                </a:solidFill>
              </a:defRPr>
            </a:lvl8pPr>
            <a:lvl9pPr lvl="8" rtl="0">
              <a:buNone/>
              <a:defRPr sz="1100">
                <a:solidFill>
                  <a:schemeClr val="accent3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losing / Thank You">
  <p:cSld name="CUSTOM_13">
    <p:bg>
      <p:bgPr>
        <a:solidFill>
          <a:schemeClr val="lt1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3" name="Google Shape;253;p44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  <a:noFill/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4" name="Google Shape;254;p44"/>
          <p:cNvSpPr txBox="1"/>
          <p:nvPr>
            <p:ph idx="1" type="body"/>
          </p:nvPr>
        </p:nvSpPr>
        <p:spPr>
          <a:xfrm>
            <a:off x="567029" y="4500404"/>
            <a:ext cx="1015800" cy="266100"/>
          </a:xfrm>
          <a:prstGeom prst="rect">
            <a:avLst/>
          </a:prstGeom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●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○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Font typeface="Barlow Medium"/>
              <a:buChar char="■"/>
              <a:defRPr sz="1100"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55" name="Google Shape;255;p4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1pPr>
            <a:lvl2pPr lvl="1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2pPr>
            <a:lvl3pPr lvl="2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3pPr>
            <a:lvl4pPr lvl="3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4pPr>
            <a:lvl5pPr lvl="4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5pPr>
            <a:lvl6pPr lvl="5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6pPr>
            <a:lvl7pPr lvl="6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7pPr>
            <a:lvl8pPr lvl="7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8pPr>
            <a:lvl9pPr lvl="8">
              <a:buNone/>
              <a:defRPr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_TITLE_AND_DESCRIPTION"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45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3600"/>
              <a:buFont typeface="Hepta Slab Medium"/>
              <a:buNone/>
              <a:defRPr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5"/>
              </a:buClr>
              <a:buSzPts val="12800"/>
              <a:buFont typeface="Hepta Slab Medium"/>
              <a:buNone/>
              <a:defRPr sz="12800">
                <a:solidFill>
                  <a:schemeClr val="accent5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58" name="Google Shape;258;p45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800"/>
              <a:buNone/>
              <a:defRPr sz="12800">
                <a:solidFill>
                  <a:schemeClr val="dk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59" name="Google Shape;259;p45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rket Size / Pie Graph">
  <p:cSld name="CAPTION_ONLY">
    <p:bg>
      <p:bgPr>
        <a:solidFill>
          <a:schemeClr val="dk1"/>
        </a:solidFill>
      </p:bgPr>
    </p:bg>
    <p:spTree>
      <p:nvGrpSpPr>
        <p:cNvPr id="260" name="Shape 2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Google Shape;261;p46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2" name="Google Shape;262;p46"/>
          <p:cNvSpPr txBox="1"/>
          <p:nvPr>
            <p:ph idx="1" type="subTitle"/>
          </p:nvPr>
        </p:nvSpPr>
        <p:spPr>
          <a:xfrm>
            <a:off x="791150" y="522625"/>
            <a:ext cx="49773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 sz="3600"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Hepta Slab Medium"/>
              <a:buNone/>
              <a:defRPr>
                <a:solidFill>
                  <a:schemeClr val="accent3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63" name="Google Shape;263;p46"/>
          <p:cNvSpPr txBox="1"/>
          <p:nvPr>
            <p:ph idx="2" type="body"/>
          </p:nvPr>
        </p:nvSpPr>
        <p:spPr>
          <a:xfrm>
            <a:off x="714950" y="1989025"/>
            <a:ext cx="2792400" cy="2804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>
                <a:solidFill>
                  <a:schemeClr val="lt1"/>
                </a:solidFill>
              </a:defRPr>
            </a:lvl1pPr>
            <a:lvl2pPr indent="-3238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2pPr>
            <a:lvl3pPr indent="-3238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3pPr>
            <a:lvl4pPr indent="-3238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4pPr>
            <a:lvl5pPr indent="-3238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5pPr>
            <a:lvl6pPr indent="-3238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6pPr>
            <a:lvl7pPr indent="-3238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●"/>
              <a:defRPr sz="1500">
                <a:solidFill>
                  <a:schemeClr val="lt1"/>
                </a:solidFill>
              </a:defRPr>
            </a:lvl7pPr>
            <a:lvl8pPr indent="-3238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○"/>
              <a:defRPr sz="1500">
                <a:solidFill>
                  <a:schemeClr val="lt1"/>
                </a:solidFill>
              </a:defRPr>
            </a:lvl8pPr>
            <a:lvl9pPr indent="-3238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500"/>
              <a:buChar char="■"/>
              <a:defRPr sz="15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64" name="Google Shape;264;p4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265" name="Google Shape;265;p46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6" name="Google Shape;266;p46"/>
          <p:cNvSpPr/>
          <p:nvPr/>
        </p:nvSpPr>
        <p:spPr>
          <a:xfrm rot="444408">
            <a:off x="5636457" y="2500588"/>
            <a:ext cx="1505663" cy="1505327"/>
          </a:xfrm>
          <a:prstGeom prst="pie">
            <a:avLst>
              <a:gd fmla="val 8241844" name="adj1"/>
              <a:gd fmla="val 12554936" name="adj2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68575" lIns="68575" spcFirstLastPara="1" rIns="68575" wrap="square" tIns="6857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ifferentiators / 4 column text">
  <p:cSld name="BIG_NUMBER">
    <p:bg>
      <p:bgPr>
        <a:solidFill>
          <a:schemeClr val="dk1"/>
        </a:solidFill>
      </p:bgPr>
    </p:bg>
    <p:spTree>
      <p:nvGrpSpPr>
        <p:cNvPr id="267" name="Shape 2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8" name="Google Shape;268;p47"/>
          <p:cNvSpPr/>
          <p:nvPr/>
        </p:nvSpPr>
        <p:spPr>
          <a:xfrm>
            <a:off x="0" y="1324925"/>
            <a:ext cx="4572000" cy="19104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/>
          </a:p>
        </p:txBody>
      </p:sp>
      <p:sp>
        <p:nvSpPr>
          <p:cNvPr id="269" name="Google Shape;269;p47"/>
          <p:cNvSpPr/>
          <p:nvPr/>
        </p:nvSpPr>
        <p:spPr>
          <a:xfrm>
            <a:off x="0" y="3235076"/>
            <a:ext cx="4572000" cy="1914900"/>
          </a:xfrm>
          <a:prstGeom prst="rect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dk2"/>
              </a:solidFill>
            </a:endParaRPr>
          </a:p>
        </p:txBody>
      </p:sp>
      <p:sp>
        <p:nvSpPr>
          <p:cNvPr id="270" name="Google Shape;270;p47"/>
          <p:cNvSpPr/>
          <p:nvPr/>
        </p:nvSpPr>
        <p:spPr>
          <a:xfrm>
            <a:off x="4571892" y="3235076"/>
            <a:ext cx="4572000" cy="19149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lt1"/>
              </a:solidFill>
            </a:endParaRPr>
          </a:p>
        </p:txBody>
      </p:sp>
      <p:sp>
        <p:nvSpPr>
          <p:cNvPr id="271" name="Google Shape;271;p47"/>
          <p:cNvSpPr/>
          <p:nvPr/>
        </p:nvSpPr>
        <p:spPr>
          <a:xfrm>
            <a:off x="4571892" y="1324925"/>
            <a:ext cx="4572000" cy="1910400"/>
          </a:xfrm>
          <a:prstGeom prst="rect">
            <a:avLst/>
          </a:prstGeom>
          <a:solidFill>
            <a:schemeClr val="dk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200">
              <a:solidFill>
                <a:schemeClr val="accent5"/>
              </a:solidFill>
            </a:endParaRPr>
          </a:p>
        </p:txBody>
      </p:sp>
      <p:sp>
        <p:nvSpPr>
          <p:cNvPr id="272" name="Google Shape;272;p47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3" name="Google Shape;273;p47"/>
          <p:cNvSpPr txBox="1"/>
          <p:nvPr>
            <p:ph idx="2" type="body"/>
          </p:nvPr>
        </p:nvSpPr>
        <p:spPr>
          <a:xfrm>
            <a:off x="480425" y="610475"/>
            <a:ext cx="4878300" cy="600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74" name="Google Shape;274;p4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dk2"/>
                </a:solidFill>
              </a:defRPr>
            </a:lvl1pPr>
            <a:lvl2pPr lvl="1" rtl="0">
              <a:buNone/>
              <a:defRPr sz="1100">
                <a:solidFill>
                  <a:schemeClr val="dk2"/>
                </a:solidFill>
              </a:defRPr>
            </a:lvl2pPr>
            <a:lvl3pPr lvl="2" rtl="0">
              <a:buNone/>
              <a:defRPr sz="1100">
                <a:solidFill>
                  <a:schemeClr val="dk2"/>
                </a:solidFill>
              </a:defRPr>
            </a:lvl3pPr>
            <a:lvl4pPr lvl="3" rtl="0">
              <a:buNone/>
              <a:defRPr sz="1100">
                <a:solidFill>
                  <a:schemeClr val="dk2"/>
                </a:solidFill>
              </a:defRPr>
            </a:lvl4pPr>
            <a:lvl5pPr lvl="4" rtl="0">
              <a:buNone/>
              <a:defRPr sz="1100">
                <a:solidFill>
                  <a:schemeClr val="dk2"/>
                </a:solidFill>
              </a:defRPr>
            </a:lvl5pPr>
            <a:lvl6pPr lvl="5" rtl="0">
              <a:buNone/>
              <a:defRPr sz="1100">
                <a:solidFill>
                  <a:schemeClr val="dk2"/>
                </a:solidFill>
              </a:defRPr>
            </a:lvl6pPr>
            <a:lvl7pPr lvl="6" rtl="0">
              <a:buNone/>
              <a:defRPr sz="1100">
                <a:solidFill>
                  <a:schemeClr val="dk2"/>
                </a:solidFill>
              </a:defRPr>
            </a:lvl7pPr>
            <a:lvl8pPr lvl="7" rtl="0">
              <a:buNone/>
              <a:defRPr sz="1100">
                <a:solidFill>
                  <a:schemeClr val="dk2"/>
                </a:solidFill>
              </a:defRPr>
            </a:lvl8pPr>
            <a:lvl9pPr lvl="8" rtl="0">
              <a:buNone/>
              <a:defRPr sz="11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blank">
  <p:cSld name="BLANK">
    <p:spTree>
      <p:nvGrpSpPr>
        <p:cNvPr id="275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48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77" name="Google Shape;277;p48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2800"/>
              <a:buNone/>
              <a:defRPr sz="12800">
                <a:solidFill>
                  <a:schemeClr val="accen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78" name="Google Shape;278;p48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+ 1 column text">
  <p:cSld name="TITLE_1">
    <p:bg>
      <p:bgPr>
        <a:solidFill>
          <a:schemeClr val="dk1"/>
        </a:solidFill>
      </p:bgPr>
    </p:bg>
    <p:spTree>
      <p:nvGrpSpPr>
        <p:cNvPr id="279" name="Shape 2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0" name="Google Shape;280;p49"/>
          <p:cNvSpPr/>
          <p:nvPr/>
        </p:nvSpPr>
        <p:spPr>
          <a:xfrm>
            <a:off x="0" y="0"/>
            <a:ext cx="9144000" cy="16311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81" name="Google Shape;281;p49"/>
          <p:cNvSpPr txBox="1"/>
          <p:nvPr>
            <p:ph idx="1" type="subTitle"/>
          </p:nvPr>
        </p:nvSpPr>
        <p:spPr>
          <a:xfrm>
            <a:off x="791150" y="522625"/>
            <a:ext cx="59388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Hepta Slab Medium"/>
              <a:buNone/>
              <a:defRPr sz="3600"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2" name="Google Shape;282;p49"/>
          <p:cNvSpPr txBox="1"/>
          <p:nvPr>
            <p:ph idx="2" type="body"/>
          </p:nvPr>
        </p:nvSpPr>
        <p:spPr>
          <a:xfrm>
            <a:off x="810075" y="2065225"/>
            <a:ext cx="7539900" cy="277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●"/>
              <a:defRPr sz="2800">
                <a:solidFill>
                  <a:schemeClr val="lt1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○"/>
              <a:defRPr sz="2800">
                <a:solidFill>
                  <a:schemeClr val="lt1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800"/>
              <a:buChar char="■"/>
              <a:defRPr sz="2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83" name="Google Shape;283;p4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1 Background Image + Text">
  <p:cSld name="CUSTOM"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p50"/>
          <p:cNvSpPr/>
          <p:nvPr>
            <p:ph idx="2" type="pic"/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</p:sp>
      <p:sp>
        <p:nvSpPr>
          <p:cNvPr id="286" name="Google Shape;286;p50"/>
          <p:cNvSpPr txBox="1"/>
          <p:nvPr>
            <p:ph idx="1" type="body"/>
          </p:nvPr>
        </p:nvSpPr>
        <p:spPr>
          <a:xfrm>
            <a:off x="4655675" y="956675"/>
            <a:ext cx="3965400" cy="7752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274300" lIns="274300" spcFirstLastPara="1" rIns="27430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●"/>
              <a:defRPr sz="1100"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○"/>
              <a:defRPr sz="1100"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"/>
              <a:buChar char="■"/>
              <a:defRPr sz="11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7" name="Google Shape;287;p50"/>
          <p:cNvSpPr txBox="1"/>
          <p:nvPr>
            <p:ph idx="3" type="subTitle"/>
          </p:nvPr>
        </p:nvSpPr>
        <p:spPr>
          <a:xfrm>
            <a:off x="4655675" y="522900"/>
            <a:ext cx="3965400" cy="442800"/>
          </a:xfrm>
          <a:prstGeom prst="rect">
            <a:avLst/>
          </a:prstGeom>
          <a:solidFill>
            <a:schemeClr val="lt1"/>
          </a:solidFill>
        </p:spPr>
        <p:txBody>
          <a:bodyPr anchorCtr="0" anchor="b" bIns="0" lIns="274300" spcFirstLastPara="1" rIns="274300" wrap="square" tIns="27430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288" name="Google Shape;288;p50"/>
          <p:cNvSpPr txBox="1"/>
          <p:nvPr>
            <p:ph idx="4" type="body"/>
          </p:nvPr>
        </p:nvSpPr>
        <p:spPr>
          <a:xfrm>
            <a:off x="524350" y="4144800"/>
            <a:ext cx="1558800" cy="475800"/>
          </a:xfrm>
          <a:prstGeom prst="rect">
            <a:avLst/>
          </a:prstGeom>
          <a:solidFill>
            <a:schemeClr val="lt1"/>
          </a:solidFill>
        </p:spPr>
        <p:txBody>
          <a:bodyPr anchorCtr="0" anchor="t" bIns="137150" lIns="137150" spcFirstLastPara="1" rIns="137150" wrap="square" tIns="13715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●"/>
              <a:defRPr sz="700">
                <a:latin typeface="Barlow"/>
                <a:ea typeface="Barlow"/>
                <a:cs typeface="Barlow"/>
                <a:sym typeface="Barlow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○"/>
              <a:defRPr sz="700">
                <a:latin typeface="Barlow"/>
                <a:ea typeface="Barlow"/>
                <a:cs typeface="Barlow"/>
                <a:sym typeface="Barlow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"/>
              <a:buChar char="■"/>
              <a:defRPr sz="700"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289" name="Google Shape;289;p50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>
                <a:latin typeface="Barlow"/>
                <a:ea typeface="Barlow"/>
                <a:cs typeface="Barlow"/>
                <a:sym typeface="Barlow"/>
              </a:defRPr>
            </a:lvl1pPr>
            <a:lvl2pPr lvl="1">
              <a:buNone/>
              <a:defRPr>
                <a:latin typeface="Barlow"/>
                <a:ea typeface="Barlow"/>
                <a:cs typeface="Barlow"/>
                <a:sym typeface="Barlow"/>
              </a:defRPr>
            </a:lvl2pPr>
            <a:lvl3pPr lvl="2">
              <a:buNone/>
              <a:defRPr>
                <a:latin typeface="Barlow"/>
                <a:ea typeface="Barlow"/>
                <a:cs typeface="Barlow"/>
                <a:sym typeface="Barlow"/>
              </a:defRPr>
            </a:lvl3pPr>
            <a:lvl4pPr lvl="3">
              <a:buNone/>
              <a:defRPr>
                <a:latin typeface="Barlow"/>
                <a:ea typeface="Barlow"/>
                <a:cs typeface="Barlow"/>
                <a:sym typeface="Barlow"/>
              </a:defRPr>
            </a:lvl4pPr>
            <a:lvl5pPr lvl="4">
              <a:buNone/>
              <a:defRPr>
                <a:latin typeface="Barlow"/>
                <a:ea typeface="Barlow"/>
                <a:cs typeface="Barlow"/>
                <a:sym typeface="Barlow"/>
              </a:defRPr>
            </a:lvl5pPr>
            <a:lvl6pPr lvl="5">
              <a:buNone/>
              <a:defRPr>
                <a:latin typeface="Barlow"/>
                <a:ea typeface="Barlow"/>
                <a:cs typeface="Barlow"/>
                <a:sym typeface="Barlow"/>
              </a:defRPr>
            </a:lvl6pPr>
            <a:lvl7pPr lvl="6">
              <a:buNone/>
              <a:defRPr>
                <a:latin typeface="Barlow"/>
                <a:ea typeface="Barlow"/>
                <a:cs typeface="Barlow"/>
                <a:sym typeface="Barlow"/>
              </a:defRPr>
            </a:lvl7pPr>
            <a:lvl8pPr lvl="7">
              <a:buNone/>
              <a:defRPr>
                <a:latin typeface="Barlow"/>
                <a:ea typeface="Barlow"/>
                <a:cs typeface="Barlow"/>
                <a:sym typeface="Barlow"/>
              </a:defRPr>
            </a:lvl8pPr>
            <a:lvl9pPr lvl="8">
              <a:buNone/>
              <a:defRPr>
                <a:latin typeface="Barlow"/>
                <a:ea typeface="Barlow"/>
                <a:cs typeface="Barlow"/>
                <a:sym typeface="Barlow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Quote + Image">
  <p:cSld name="CUSTOM_1">
    <p:bg>
      <p:bgPr>
        <a:solidFill>
          <a:schemeClr val="lt2"/>
        </a:solidFill>
      </p:bgPr>
    </p:bg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51"/>
          <p:cNvSpPr/>
          <p:nvPr>
            <p:ph idx="2" type="pic"/>
          </p:nvPr>
        </p:nvSpPr>
        <p:spPr>
          <a:xfrm>
            <a:off x="5485725" y="523025"/>
            <a:ext cx="3135300" cy="40977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292" name="Google Shape;292;p51"/>
          <p:cNvSpPr txBox="1"/>
          <p:nvPr>
            <p:ph type="title"/>
          </p:nvPr>
        </p:nvSpPr>
        <p:spPr>
          <a:xfrm>
            <a:off x="591441" y="391675"/>
            <a:ext cx="4397400" cy="3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600"/>
              <a:buFont typeface="Hepta Slab Medium"/>
              <a:buNone/>
              <a:defRPr>
                <a:solidFill>
                  <a:schemeClr val="l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None/>
              <a:defRPr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293" name="Google Shape;293;p51"/>
          <p:cNvSpPr txBox="1"/>
          <p:nvPr>
            <p:ph idx="1" type="body"/>
          </p:nvPr>
        </p:nvSpPr>
        <p:spPr>
          <a:xfrm>
            <a:off x="638750" y="4413181"/>
            <a:ext cx="5537100" cy="310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●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○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Medium"/>
              <a:buChar char="■"/>
              <a:defRPr sz="11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4" name="Google Shape;294;p51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Goals + 5 Images">
  <p:cSld name="CUSTOM_2">
    <p:bg>
      <p:bgPr>
        <a:solidFill>
          <a:schemeClr val="dk1"/>
        </a:solidFill>
      </p:bgPr>
    </p:bg>
    <p:spTree>
      <p:nvGrpSpPr>
        <p:cNvPr id="295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" name="Google Shape;296;p52"/>
          <p:cNvSpPr txBox="1"/>
          <p:nvPr>
            <p:ph idx="1" type="body"/>
          </p:nvPr>
        </p:nvSpPr>
        <p:spPr>
          <a:xfrm>
            <a:off x="5481425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7" name="Google Shape;297;p52"/>
          <p:cNvSpPr txBox="1"/>
          <p:nvPr>
            <p:ph idx="2" type="body"/>
          </p:nvPr>
        </p:nvSpPr>
        <p:spPr>
          <a:xfrm>
            <a:off x="3918400" y="27157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8" name="Google Shape;298;p52"/>
          <p:cNvSpPr txBox="1"/>
          <p:nvPr>
            <p:ph idx="3" type="body"/>
          </p:nvPr>
        </p:nvSpPr>
        <p:spPr>
          <a:xfrm>
            <a:off x="2349550" y="271557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299" name="Google Shape;299;p52"/>
          <p:cNvSpPr txBox="1"/>
          <p:nvPr>
            <p:ph idx="4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0" name="Google Shape;300;p52"/>
          <p:cNvSpPr txBox="1"/>
          <p:nvPr>
            <p:ph idx="5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01" name="Google Shape;301;p52"/>
          <p:cNvSpPr txBox="1"/>
          <p:nvPr>
            <p:ph idx="6" type="body"/>
          </p:nvPr>
        </p:nvSpPr>
        <p:spPr>
          <a:xfrm>
            <a:off x="70444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02" name="Google Shape;302;p52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03" name="Google Shape;303;p52"/>
          <p:cNvSpPr/>
          <p:nvPr>
            <p:ph idx="7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4" name="Google Shape;304;p52"/>
          <p:cNvSpPr/>
          <p:nvPr>
            <p:ph idx="8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5" name="Google Shape;305;p52"/>
          <p:cNvSpPr/>
          <p:nvPr>
            <p:ph idx="9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6" name="Google Shape;306;p52"/>
          <p:cNvSpPr/>
          <p:nvPr>
            <p:ph idx="13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7" name="Google Shape;307;p52"/>
          <p:cNvSpPr/>
          <p:nvPr>
            <p:ph idx="14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08" name="Google Shape;308;p52"/>
          <p:cNvSpPr txBox="1"/>
          <p:nvPr>
            <p:ph idx="15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09" name="Google Shape;309;p52"/>
          <p:cNvSpPr txBox="1"/>
          <p:nvPr>
            <p:ph idx="16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1400"/>
              <a:buFont typeface="Hepta Slab Medium"/>
              <a:buNone/>
              <a:defRPr>
                <a:solidFill>
                  <a:schemeClr val="accent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10" name="Google Shape;310;p52"/>
          <p:cNvSpPr txBox="1"/>
          <p:nvPr>
            <p:ph idx="17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1" name="Google Shape;311;p52"/>
          <p:cNvSpPr txBox="1"/>
          <p:nvPr>
            <p:ph idx="18" type="body"/>
          </p:nvPr>
        </p:nvSpPr>
        <p:spPr>
          <a:xfrm>
            <a:off x="391548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2" name="Google Shape;312;p52"/>
          <p:cNvSpPr txBox="1"/>
          <p:nvPr>
            <p:ph idx="19" type="body"/>
          </p:nvPr>
        </p:nvSpPr>
        <p:spPr>
          <a:xfrm>
            <a:off x="5479963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3" name="Google Shape;313;p52"/>
          <p:cNvSpPr txBox="1"/>
          <p:nvPr>
            <p:ph idx="20" type="body"/>
          </p:nvPr>
        </p:nvSpPr>
        <p:spPr>
          <a:xfrm>
            <a:off x="7047338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●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○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700"/>
              <a:buFont typeface="Barlow Medium"/>
              <a:buChar char="■"/>
              <a:defRPr sz="700">
                <a:solidFill>
                  <a:schemeClr val="accen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14" name="Google Shape;314;p5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trategy Canvas / Line Graph">
  <p:cSld name="CUSTOM_3">
    <p:bg>
      <p:bgPr>
        <a:solidFill>
          <a:schemeClr val="dk1"/>
        </a:solidFill>
      </p:bgPr>
    </p:bg>
    <p:spTree>
      <p:nvGrpSpPr>
        <p:cNvPr id="315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53"/>
          <p:cNvSpPr txBox="1"/>
          <p:nvPr>
            <p:ph idx="1" type="body"/>
          </p:nvPr>
        </p:nvSpPr>
        <p:spPr>
          <a:xfrm>
            <a:off x="3917825" y="4024920"/>
            <a:ext cx="44412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17" name="Google Shape;317;p53"/>
          <p:cNvSpPr txBox="1"/>
          <p:nvPr>
            <p:ph idx="2" type="subTitle"/>
          </p:nvPr>
        </p:nvSpPr>
        <p:spPr>
          <a:xfrm>
            <a:off x="783675" y="3967895"/>
            <a:ext cx="2877600" cy="431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2800"/>
              <a:buFont typeface="Barlow ExtraLight"/>
              <a:buNone/>
              <a:defRPr sz="2800">
                <a:solidFill>
                  <a:schemeClr val="accent1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18" name="Google Shape;318;p5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1"/>
                </a:solidFill>
              </a:defRPr>
            </a:lvl1pPr>
            <a:lvl2pPr lvl="1" rtl="0">
              <a:buNone/>
              <a:defRPr sz="1100">
                <a:solidFill>
                  <a:schemeClr val="accent1"/>
                </a:solidFill>
              </a:defRPr>
            </a:lvl2pPr>
            <a:lvl3pPr lvl="2" rtl="0">
              <a:buNone/>
              <a:defRPr sz="1100">
                <a:solidFill>
                  <a:schemeClr val="accent1"/>
                </a:solidFill>
              </a:defRPr>
            </a:lvl3pPr>
            <a:lvl4pPr lvl="3" rtl="0">
              <a:buNone/>
              <a:defRPr sz="1100">
                <a:solidFill>
                  <a:schemeClr val="accent1"/>
                </a:solidFill>
              </a:defRPr>
            </a:lvl4pPr>
            <a:lvl5pPr lvl="4" rtl="0">
              <a:buNone/>
              <a:defRPr sz="1100">
                <a:solidFill>
                  <a:schemeClr val="accent1"/>
                </a:solidFill>
              </a:defRPr>
            </a:lvl5pPr>
            <a:lvl6pPr lvl="5" rtl="0">
              <a:buNone/>
              <a:defRPr sz="1100">
                <a:solidFill>
                  <a:schemeClr val="accent1"/>
                </a:solidFill>
              </a:defRPr>
            </a:lvl6pPr>
            <a:lvl7pPr lvl="6" rtl="0">
              <a:buNone/>
              <a:defRPr sz="1100">
                <a:solidFill>
                  <a:schemeClr val="accent1"/>
                </a:solidFill>
              </a:defRPr>
            </a:lvl7pPr>
            <a:lvl8pPr lvl="7" rtl="0">
              <a:buNone/>
              <a:defRPr sz="1100">
                <a:solidFill>
                  <a:schemeClr val="accent1"/>
                </a:solidFill>
              </a:defRPr>
            </a:lvl8pPr>
            <a:lvl9pPr lvl="8" rtl="0">
              <a:buNone/>
              <a:defRPr sz="1100">
                <a:solidFill>
                  <a:schemeClr val="accen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CUSTOM_4">
    <p:spTree>
      <p:nvGrpSpPr>
        <p:cNvPr id="319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54"/>
          <p:cNvSpPr txBox="1"/>
          <p:nvPr>
            <p:ph type="title"/>
          </p:nvPr>
        </p:nvSpPr>
        <p:spPr>
          <a:xfrm>
            <a:off x="697350" y="2932550"/>
            <a:ext cx="7749300" cy="1015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800"/>
              <a:buFont typeface="Hepta Slab Medium"/>
              <a:buNone/>
              <a:defRPr sz="12800">
                <a:solidFill>
                  <a:schemeClr val="dk1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21" name="Google Shape;321;p54"/>
          <p:cNvSpPr txBox="1"/>
          <p:nvPr>
            <p:ph idx="2" type="title"/>
          </p:nvPr>
        </p:nvSpPr>
        <p:spPr>
          <a:xfrm>
            <a:off x="3278250" y="1194450"/>
            <a:ext cx="2587500" cy="19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2800"/>
              <a:buNone/>
              <a:defRPr sz="12800">
                <a:solidFill>
                  <a:schemeClr val="accent2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322" name="Google Shape;322;p54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KPIs / Objectives">
  <p:cSld name="CUSTOM_5">
    <p:bg>
      <p:bgPr>
        <a:solidFill>
          <a:schemeClr val="dk1"/>
        </a:solidFill>
      </p:bgPr>
    </p:bg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4" name="Google Shape;324;p55"/>
          <p:cNvSpPr/>
          <p:nvPr/>
        </p:nvSpPr>
        <p:spPr>
          <a:xfrm rot="-5400000">
            <a:off x="4090300" y="-436575"/>
            <a:ext cx="4099200" cy="6015000"/>
          </a:xfrm>
          <a:prstGeom prst="round2SameRect">
            <a:avLst>
              <a:gd fmla="val 16667" name="adj1"/>
              <a:gd fmla="val 0" name="adj2"/>
            </a:avLst>
          </a:prstGeom>
          <a:solidFill>
            <a:schemeClr val="accent6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accent2"/>
              </a:solidFill>
            </a:endParaRPr>
          </a:p>
        </p:txBody>
      </p:sp>
      <p:sp>
        <p:nvSpPr>
          <p:cNvPr id="325" name="Google Shape;325;p55"/>
          <p:cNvSpPr txBox="1"/>
          <p:nvPr>
            <p:ph idx="1" type="body"/>
          </p:nvPr>
        </p:nvSpPr>
        <p:spPr>
          <a:xfrm>
            <a:off x="3918400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6" name="Google Shape;326;p55"/>
          <p:cNvSpPr txBox="1"/>
          <p:nvPr>
            <p:ph idx="2" type="body"/>
          </p:nvPr>
        </p:nvSpPr>
        <p:spPr>
          <a:xfrm>
            <a:off x="3918400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7" name="Google Shape;327;p55"/>
          <p:cNvSpPr txBox="1"/>
          <p:nvPr>
            <p:ph idx="3" type="body"/>
          </p:nvPr>
        </p:nvSpPr>
        <p:spPr>
          <a:xfrm>
            <a:off x="7044450" y="36805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8" name="Google Shape;328;p55"/>
          <p:cNvSpPr txBox="1"/>
          <p:nvPr>
            <p:ph idx="4" type="body"/>
          </p:nvPr>
        </p:nvSpPr>
        <p:spPr>
          <a:xfrm>
            <a:off x="7044450" y="37806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29" name="Google Shape;329;p55"/>
          <p:cNvSpPr/>
          <p:nvPr>
            <p:ph idx="5" type="pic"/>
          </p:nvPr>
        </p:nvSpPr>
        <p:spPr>
          <a:xfrm>
            <a:off x="7049625" y="15881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0" name="Google Shape;330;p55"/>
          <p:cNvSpPr/>
          <p:nvPr>
            <p:ph idx="6" type="pic"/>
          </p:nvPr>
        </p:nvSpPr>
        <p:spPr>
          <a:xfrm>
            <a:off x="3915213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1" name="Google Shape;331;p55"/>
          <p:cNvSpPr/>
          <p:nvPr>
            <p:ph idx="7" type="pic"/>
          </p:nvPr>
        </p:nvSpPr>
        <p:spPr>
          <a:xfrm>
            <a:off x="5490975" y="15886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32" name="Google Shape;332;p55"/>
          <p:cNvSpPr txBox="1"/>
          <p:nvPr>
            <p:ph idx="8" type="subTitle"/>
          </p:nvPr>
        </p:nvSpPr>
        <p:spPr>
          <a:xfrm>
            <a:off x="3918800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3" name="Google Shape;333;p55"/>
          <p:cNvSpPr txBox="1"/>
          <p:nvPr>
            <p:ph idx="9" type="subTitle"/>
          </p:nvPr>
        </p:nvSpPr>
        <p:spPr>
          <a:xfrm>
            <a:off x="5484775" y="10345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4" name="Google Shape;334;p55"/>
          <p:cNvSpPr txBox="1"/>
          <p:nvPr>
            <p:ph idx="13" type="subTitle"/>
          </p:nvPr>
        </p:nvSpPr>
        <p:spPr>
          <a:xfrm>
            <a:off x="7050750" y="1032775"/>
            <a:ext cx="1307100" cy="554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3600"/>
              <a:buFont typeface="Barlow ExtraLight"/>
              <a:buNone/>
              <a:defRPr sz="3600">
                <a:solidFill>
                  <a:schemeClr val="accent2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1pPr>
            <a:lvl2pPr lvl="1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2pPr>
            <a:lvl3pPr lvl="2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3pPr>
            <a:lvl4pPr lvl="3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4pPr>
            <a:lvl5pPr lvl="4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5pPr>
            <a:lvl6pPr lvl="5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6pPr>
            <a:lvl7pPr lvl="6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7pPr>
            <a:lvl8pPr lvl="7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8pPr>
            <a:lvl9pPr lvl="8" algn="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2800"/>
              <a:buFont typeface="Barlow ExtraLight"/>
              <a:buNone/>
              <a:defRPr sz="2800">
                <a:solidFill>
                  <a:schemeClr val="accent3"/>
                </a:solidFill>
                <a:latin typeface="Barlow ExtraLight"/>
                <a:ea typeface="Barlow ExtraLight"/>
                <a:cs typeface="Barlow ExtraLight"/>
                <a:sym typeface="Barlow ExtraLight"/>
              </a:defRPr>
            </a:lvl9pPr>
          </a:lstStyle>
          <a:p/>
        </p:txBody>
      </p:sp>
      <p:sp>
        <p:nvSpPr>
          <p:cNvPr id="335" name="Google Shape;335;p55"/>
          <p:cNvSpPr txBox="1"/>
          <p:nvPr>
            <p:ph idx="14" type="body"/>
          </p:nvPr>
        </p:nvSpPr>
        <p:spPr>
          <a:xfrm>
            <a:off x="507400" y="1828050"/>
            <a:ext cx="2136300" cy="2973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36" name="Google Shape;336;p55"/>
          <p:cNvSpPr txBox="1"/>
          <p:nvPr>
            <p:ph idx="15" type="body"/>
          </p:nvPr>
        </p:nvSpPr>
        <p:spPr>
          <a:xfrm>
            <a:off x="5481425" y="3680775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7" name="Google Shape;337;p55"/>
          <p:cNvSpPr txBox="1"/>
          <p:nvPr>
            <p:ph idx="16" type="body"/>
          </p:nvPr>
        </p:nvSpPr>
        <p:spPr>
          <a:xfrm>
            <a:off x="5481425" y="3780825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38" name="Google Shape;338;p5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32">
          <p15:clr>
            <a:srgbClr val="E46962"/>
          </p15:clr>
        </p15:guide>
        <p15:guide id="2" orient="horz" pos="2088">
          <p15:clr>
            <a:srgbClr val="E46962"/>
          </p15:clr>
        </p15:guide>
      </p15:sldGuideLst>
    </p:ext>
  </p:extLst>
</p:sldLayout>
</file>

<file path=ppt/slideLayouts/slideLayout5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ction Plan + 5 Images">
  <p:cSld name="CUSTOM_6">
    <p:bg>
      <p:bgPr>
        <a:solidFill>
          <a:schemeClr val="accent6"/>
        </a:solidFill>
      </p:bgPr>
    </p:bg>
    <p:spTree>
      <p:nvGrpSpPr>
        <p:cNvPr id="339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0" name="Google Shape;340;p56"/>
          <p:cNvSpPr txBox="1"/>
          <p:nvPr>
            <p:ph idx="1" type="body"/>
          </p:nvPr>
        </p:nvSpPr>
        <p:spPr>
          <a:xfrm>
            <a:off x="7911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41" name="Google Shape;341;p56"/>
          <p:cNvSpPr txBox="1"/>
          <p:nvPr>
            <p:ph idx="2" type="body"/>
          </p:nvPr>
        </p:nvSpPr>
        <p:spPr>
          <a:xfrm>
            <a:off x="7911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cxnSp>
        <p:nvCxnSpPr>
          <p:cNvPr id="342" name="Google Shape;342;p56"/>
          <p:cNvCxnSpPr/>
          <p:nvPr/>
        </p:nvCxnSpPr>
        <p:spPr>
          <a:xfrm rot="10800000">
            <a:off x="827250" y="1481375"/>
            <a:ext cx="7489500" cy="0"/>
          </a:xfrm>
          <a:prstGeom prst="straightConnector1">
            <a:avLst/>
          </a:prstGeom>
          <a:noFill/>
          <a:ln cap="flat" cmpd="sng" w="19050">
            <a:solidFill>
              <a:schemeClr val="accent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43" name="Google Shape;343;p56"/>
          <p:cNvSpPr/>
          <p:nvPr>
            <p:ph idx="3" type="pic"/>
          </p:nvPr>
        </p:nvSpPr>
        <p:spPr>
          <a:xfrm>
            <a:off x="7049625" y="523025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4" name="Google Shape;344;p56"/>
          <p:cNvSpPr/>
          <p:nvPr>
            <p:ph idx="4" type="pic"/>
          </p:nvPr>
        </p:nvSpPr>
        <p:spPr>
          <a:xfrm>
            <a:off x="784775" y="5221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5" name="Google Shape;345;p56"/>
          <p:cNvSpPr/>
          <p:nvPr>
            <p:ph idx="5" type="pic"/>
          </p:nvPr>
        </p:nvSpPr>
        <p:spPr>
          <a:xfrm>
            <a:off x="2343950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6" name="Google Shape;346;p56"/>
          <p:cNvSpPr/>
          <p:nvPr>
            <p:ph idx="6" type="pic"/>
          </p:nvPr>
        </p:nvSpPr>
        <p:spPr>
          <a:xfrm>
            <a:off x="3915213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7" name="Google Shape;347;p56"/>
          <p:cNvSpPr/>
          <p:nvPr>
            <p:ph idx="7" type="pic"/>
          </p:nvPr>
        </p:nvSpPr>
        <p:spPr>
          <a:xfrm>
            <a:off x="5490975" y="523500"/>
            <a:ext cx="1305900" cy="1918500"/>
          </a:xfrm>
          <a:prstGeom prst="roundRect">
            <a:avLst>
              <a:gd fmla="val 16667" name="adj"/>
            </a:avLst>
          </a:prstGeom>
          <a:noFill/>
          <a:ln>
            <a:noFill/>
          </a:ln>
        </p:spPr>
      </p:sp>
      <p:sp>
        <p:nvSpPr>
          <p:cNvPr id="348" name="Google Shape;348;p56"/>
          <p:cNvSpPr txBox="1"/>
          <p:nvPr>
            <p:ph idx="8" type="body"/>
          </p:nvPr>
        </p:nvSpPr>
        <p:spPr>
          <a:xfrm>
            <a:off x="5481425" y="4112700"/>
            <a:ext cx="28776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49" name="Google Shape;349;p56"/>
          <p:cNvSpPr txBox="1"/>
          <p:nvPr>
            <p:ph idx="9" type="subTitle"/>
          </p:nvPr>
        </p:nvSpPr>
        <p:spPr>
          <a:xfrm>
            <a:off x="5481425" y="3897300"/>
            <a:ext cx="2877600" cy="2154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50" name="Google Shape;350;p56"/>
          <p:cNvSpPr txBox="1"/>
          <p:nvPr>
            <p:ph idx="13" type="body"/>
          </p:nvPr>
        </p:nvSpPr>
        <p:spPr>
          <a:xfrm>
            <a:off x="23495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1" name="Google Shape;351;p56"/>
          <p:cNvSpPr txBox="1"/>
          <p:nvPr>
            <p:ph idx="14" type="body"/>
          </p:nvPr>
        </p:nvSpPr>
        <p:spPr>
          <a:xfrm>
            <a:off x="23495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2" name="Google Shape;352;p56"/>
          <p:cNvSpPr txBox="1"/>
          <p:nvPr>
            <p:ph idx="15" type="body"/>
          </p:nvPr>
        </p:nvSpPr>
        <p:spPr>
          <a:xfrm>
            <a:off x="390785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3" name="Google Shape;353;p56"/>
          <p:cNvSpPr txBox="1"/>
          <p:nvPr>
            <p:ph idx="16" type="body"/>
          </p:nvPr>
        </p:nvSpPr>
        <p:spPr>
          <a:xfrm>
            <a:off x="390785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4" name="Google Shape;354;p56"/>
          <p:cNvSpPr txBox="1"/>
          <p:nvPr>
            <p:ph idx="17" type="body"/>
          </p:nvPr>
        </p:nvSpPr>
        <p:spPr>
          <a:xfrm>
            <a:off x="5496525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5" name="Google Shape;355;p56"/>
          <p:cNvSpPr txBox="1"/>
          <p:nvPr>
            <p:ph idx="18" type="body"/>
          </p:nvPr>
        </p:nvSpPr>
        <p:spPr>
          <a:xfrm>
            <a:off x="5496525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6" name="Google Shape;356;p56"/>
          <p:cNvSpPr txBox="1"/>
          <p:nvPr>
            <p:ph idx="19" type="body"/>
          </p:nvPr>
        </p:nvSpPr>
        <p:spPr>
          <a:xfrm>
            <a:off x="7085200" y="2615450"/>
            <a:ext cx="1294800" cy="100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●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○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700"/>
              <a:buFont typeface="Barlow Medium"/>
              <a:buChar char="■"/>
              <a:defRPr sz="700">
                <a:solidFill>
                  <a:schemeClr val="accent2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7" name="Google Shape;357;p56"/>
          <p:cNvSpPr txBox="1"/>
          <p:nvPr>
            <p:ph idx="20" type="body"/>
          </p:nvPr>
        </p:nvSpPr>
        <p:spPr>
          <a:xfrm>
            <a:off x="7085200" y="2715500"/>
            <a:ext cx="1294800" cy="223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730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1pPr>
            <a:lvl2pPr indent="-2730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2pPr>
            <a:lvl3pPr indent="-2730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3pPr>
            <a:lvl4pPr indent="-2730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4pPr>
            <a:lvl5pPr indent="-2730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5pPr>
            <a:lvl6pPr indent="-2730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6pPr>
            <a:lvl7pPr indent="-2730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●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7pPr>
            <a:lvl8pPr indent="-2730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○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700"/>
              <a:buFont typeface="Barlow Medium"/>
              <a:buChar char="■"/>
              <a:defRPr sz="700">
                <a:solidFill>
                  <a:schemeClr val="lt1"/>
                </a:solidFill>
                <a:latin typeface="Barlow Medium"/>
                <a:ea typeface="Barlow Medium"/>
                <a:cs typeface="Barlow Medium"/>
                <a:sym typeface="Barlow Medium"/>
              </a:defRPr>
            </a:lvl9pPr>
          </a:lstStyle>
          <a:p/>
        </p:txBody>
      </p:sp>
      <p:sp>
        <p:nvSpPr>
          <p:cNvPr id="358" name="Google Shape;358;p5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meline Graphic">
  <p:cSld name="CUSTOM_9">
    <p:bg>
      <p:bgPr>
        <a:solidFill>
          <a:schemeClr val="dk1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0" name="Google Shape;360;p57"/>
          <p:cNvSpPr txBox="1"/>
          <p:nvPr>
            <p:ph idx="1" type="body"/>
          </p:nvPr>
        </p:nvSpPr>
        <p:spPr>
          <a:xfrm>
            <a:off x="3133000" y="514275"/>
            <a:ext cx="3890700" cy="505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1" name="Google Shape;361;p57"/>
          <p:cNvSpPr txBox="1"/>
          <p:nvPr>
            <p:ph idx="2" type="body"/>
          </p:nvPr>
        </p:nvSpPr>
        <p:spPr>
          <a:xfrm>
            <a:off x="657679" y="436194"/>
            <a:ext cx="2278800" cy="198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406400" lvl="0" marL="457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1pPr>
            <a:lvl2pPr indent="-406400" lvl="1" marL="914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2pPr>
            <a:lvl3pPr indent="-406400" lvl="2" marL="1371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3pPr>
            <a:lvl4pPr indent="-406400" lvl="3" marL="1828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4pPr>
            <a:lvl5pPr indent="-406400" lvl="4" marL="22860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5pPr>
            <a:lvl6pPr indent="-406400" lvl="5" marL="27432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6pPr>
            <a:lvl7pPr indent="-406400" lvl="6" marL="32004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●"/>
              <a:defRPr sz="2800">
                <a:solidFill>
                  <a:schemeClr val="accent2"/>
                </a:solidFill>
              </a:defRPr>
            </a:lvl7pPr>
            <a:lvl8pPr indent="-406400" lvl="7" marL="36576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○"/>
              <a:defRPr sz="2800">
                <a:solidFill>
                  <a:schemeClr val="accent2"/>
                </a:solidFill>
              </a:defRPr>
            </a:lvl8pPr>
            <a:lvl9pPr indent="-406400" lvl="8" marL="4114800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2800"/>
              <a:buChar char="■"/>
              <a:defRPr sz="2800">
                <a:solidFill>
                  <a:schemeClr val="accent2"/>
                </a:solidFill>
              </a:defRPr>
            </a:lvl9pPr>
          </a:lstStyle>
          <a:p/>
        </p:txBody>
      </p:sp>
      <p:sp>
        <p:nvSpPr>
          <p:cNvPr id="362" name="Google Shape;362;p5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494">
          <p15:clr>
            <a:srgbClr val="E46962"/>
          </p15:clr>
        </p15:guide>
        <p15:guide id="2" orient="horz" pos="504">
          <p15:clr>
            <a:srgbClr val="E46962"/>
          </p15:clr>
        </p15:guide>
      </p15:sldGuideLst>
    </p:ext>
  </p:extLst>
</p:sldLayout>
</file>

<file path=ppt/slideLayouts/slideLayout5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Revenue / Graphic">
  <p:cSld name="CUSTOM_12">
    <p:bg>
      <p:bgPr>
        <a:solidFill>
          <a:schemeClr val="dk1"/>
        </a:solidFill>
      </p:bgPr>
    </p:bg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58"/>
          <p:cNvSpPr txBox="1"/>
          <p:nvPr>
            <p:ph idx="1" type="body"/>
          </p:nvPr>
        </p:nvSpPr>
        <p:spPr>
          <a:xfrm>
            <a:off x="569725" y="3435300"/>
            <a:ext cx="2884200" cy="11853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●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○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"/>
              <a:buChar char="■"/>
              <a:defRPr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defRPr>
            </a:lvl9pPr>
          </a:lstStyle>
          <a:p/>
        </p:txBody>
      </p:sp>
      <p:sp>
        <p:nvSpPr>
          <p:cNvPr id="365" name="Google Shape;365;p58"/>
          <p:cNvSpPr txBox="1"/>
          <p:nvPr>
            <p:ph idx="2" type="subTitle"/>
          </p:nvPr>
        </p:nvSpPr>
        <p:spPr>
          <a:xfrm>
            <a:off x="466802" y="445100"/>
            <a:ext cx="2403600" cy="537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2"/>
              </a:buClr>
              <a:buSzPts val="1400"/>
              <a:buFont typeface="Hepta Slab Medium"/>
              <a:buNone/>
              <a:defRPr>
                <a:solidFill>
                  <a:schemeClr val="accent2"/>
                </a:solidFill>
                <a:latin typeface="Hepta Slab Medium"/>
                <a:ea typeface="Hepta Slab Medium"/>
                <a:cs typeface="Hepta Slab Medium"/>
                <a:sym typeface="Hepta Slab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 Medium"/>
              <a:buNone/>
              <a:defRPr>
                <a:latin typeface="Hepta Slab Medium"/>
                <a:ea typeface="Hepta Slab Medium"/>
                <a:cs typeface="Hepta Slab Medium"/>
                <a:sym typeface="Hepta Slab Medium"/>
              </a:defRPr>
            </a:lvl9pPr>
          </a:lstStyle>
          <a:p/>
        </p:txBody>
      </p:sp>
      <p:sp>
        <p:nvSpPr>
          <p:cNvPr id="366" name="Google Shape;366;p5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rtl="0">
              <a:buNone/>
              <a:defRPr sz="1100">
                <a:solidFill>
                  <a:schemeClr val="accent2"/>
                </a:solidFill>
              </a:defRPr>
            </a:lvl1pPr>
            <a:lvl2pPr lvl="1" rtl="0">
              <a:buNone/>
              <a:defRPr sz="1100">
                <a:solidFill>
                  <a:schemeClr val="accent2"/>
                </a:solidFill>
              </a:defRPr>
            </a:lvl2pPr>
            <a:lvl3pPr lvl="2" rtl="0">
              <a:buNone/>
              <a:defRPr sz="1100">
                <a:solidFill>
                  <a:schemeClr val="accent2"/>
                </a:solidFill>
              </a:defRPr>
            </a:lvl3pPr>
            <a:lvl4pPr lvl="3" rtl="0">
              <a:buNone/>
              <a:defRPr sz="1100">
                <a:solidFill>
                  <a:schemeClr val="accent2"/>
                </a:solidFill>
              </a:defRPr>
            </a:lvl4pPr>
            <a:lvl5pPr lvl="4" rtl="0">
              <a:buNone/>
              <a:defRPr sz="1100">
                <a:solidFill>
                  <a:schemeClr val="accent2"/>
                </a:solidFill>
              </a:defRPr>
            </a:lvl5pPr>
            <a:lvl6pPr lvl="5" rtl="0">
              <a:buNone/>
              <a:defRPr sz="1100">
                <a:solidFill>
                  <a:schemeClr val="accent2"/>
                </a:solidFill>
              </a:defRPr>
            </a:lvl6pPr>
            <a:lvl7pPr lvl="6" rtl="0">
              <a:buNone/>
              <a:defRPr sz="1100">
                <a:solidFill>
                  <a:schemeClr val="accent2"/>
                </a:solidFill>
              </a:defRPr>
            </a:lvl7pPr>
            <a:lvl8pPr lvl="7" rtl="0">
              <a:buNone/>
              <a:defRPr sz="1100">
                <a:solidFill>
                  <a:schemeClr val="accent2"/>
                </a:solidFill>
              </a:defRPr>
            </a:lvl8pPr>
            <a:lvl9pPr lvl="8" rtl="0">
              <a:buNone/>
              <a:defRPr sz="1100">
                <a:solidFill>
                  <a:schemeClr val="accent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  <p:extLst>
    <p:ext uri="{DCECCB84-F9BA-43D5-87BE-67443E8EF086}">
      <p15:sldGuideLst>
        <p15:guide id="1" pos="331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3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51.xml"/><Relationship Id="rId20" Type="http://schemas.openxmlformats.org/officeDocument/2006/relationships/slideLayout" Target="../slideLayouts/slideLayout31.xml"/><Relationship Id="rId42" Type="http://schemas.openxmlformats.org/officeDocument/2006/relationships/slideLayout" Target="../slideLayouts/slideLayout53.xml"/><Relationship Id="rId41" Type="http://schemas.openxmlformats.org/officeDocument/2006/relationships/slideLayout" Target="../slideLayouts/slideLayout52.xml"/><Relationship Id="rId22" Type="http://schemas.openxmlformats.org/officeDocument/2006/relationships/slideLayout" Target="../slideLayouts/slideLayout33.xml"/><Relationship Id="rId44" Type="http://schemas.openxmlformats.org/officeDocument/2006/relationships/slideLayout" Target="../slideLayouts/slideLayout55.xml"/><Relationship Id="rId21" Type="http://schemas.openxmlformats.org/officeDocument/2006/relationships/slideLayout" Target="../slideLayouts/slideLayout32.xml"/><Relationship Id="rId43" Type="http://schemas.openxmlformats.org/officeDocument/2006/relationships/slideLayout" Target="../slideLayouts/slideLayout54.xml"/><Relationship Id="rId24" Type="http://schemas.openxmlformats.org/officeDocument/2006/relationships/slideLayout" Target="../slideLayouts/slideLayout35.xml"/><Relationship Id="rId46" Type="http://schemas.openxmlformats.org/officeDocument/2006/relationships/theme" Target="../theme/theme1.xml"/><Relationship Id="rId23" Type="http://schemas.openxmlformats.org/officeDocument/2006/relationships/slideLayout" Target="../slideLayouts/slideLayout34.xml"/><Relationship Id="rId45" Type="http://schemas.openxmlformats.org/officeDocument/2006/relationships/slideLayout" Target="../slideLayouts/slideLayout56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6" Type="http://schemas.openxmlformats.org/officeDocument/2006/relationships/slideLayout" Target="../slideLayouts/slideLayout37.xml"/><Relationship Id="rId25" Type="http://schemas.openxmlformats.org/officeDocument/2006/relationships/slideLayout" Target="../slideLayouts/slideLayout36.xml"/><Relationship Id="rId28" Type="http://schemas.openxmlformats.org/officeDocument/2006/relationships/slideLayout" Target="../slideLayouts/slideLayout39.xml"/><Relationship Id="rId27" Type="http://schemas.openxmlformats.org/officeDocument/2006/relationships/slideLayout" Target="../slideLayouts/slideLayout38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29" Type="http://schemas.openxmlformats.org/officeDocument/2006/relationships/slideLayout" Target="../slideLayouts/slideLayout40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42.xml"/><Relationship Id="rId30" Type="http://schemas.openxmlformats.org/officeDocument/2006/relationships/slideLayout" Target="../slideLayouts/slideLayout41.xml"/><Relationship Id="rId11" Type="http://schemas.openxmlformats.org/officeDocument/2006/relationships/slideLayout" Target="../slideLayouts/slideLayout22.xml"/><Relationship Id="rId33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21.xml"/><Relationship Id="rId32" Type="http://schemas.openxmlformats.org/officeDocument/2006/relationships/slideLayout" Target="../slideLayouts/slideLayout43.xml"/><Relationship Id="rId13" Type="http://schemas.openxmlformats.org/officeDocument/2006/relationships/slideLayout" Target="../slideLayouts/slideLayout24.xml"/><Relationship Id="rId35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23.xml"/><Relationship Id="rId34" Type="http://schemas.openxmlformats.org/officeDocument/2006/relationships/slideLayout" Target="../slideLayouts/slideLayout45.xml"/><Relationship Id="rId15" Type="http://schemas.openxmlformats.org/officeDocument/2006/relationships/slideLayout" Target="../slideLayouts/slideLayout26.xml"/><Relationship Id="rId37" Type="http://schemas.openxmlformats.org/officeDocument/2006/relationships/slideLayout" Target="../slideLayouts/slideLayout48.xml"/><Relationship Id="rId14" Type="http://schemas.openxmlformats.org/officeDocument/2006/relationships/slideLayout" Target="../slideLayouts/slideLayout25.xml"/><Relationship Id="rId36" Type="http://schemas.openxmlformats.org/officeDocument/2006/relationships/slideLayout" Target="../slideLayouts/slideLayout47.xml"/><Relationship Id="rId17" Type="http://schemas.openxmlformats.org/officeDocument/2006/relationships/slideLayout" Target="../slideLayouts/slideLayout28.xml"/><Relationship Id="rId39" Type="http://schemas.openxmlformats.org/officeDocument/2006/relationships/slideLayout" Target="../slideLayouts/slideLayout50.xml"/><Relationship Id="rId16" Type="http://schemas.openxmlformats.org/officeDocument/2006/relationships/slideLayout" Target="../slideLayouts/slideLayout27.xml"/><Relationship Id="rId38" Type="http://schemas.openxmlformats.org/officeDocument/2006/relationships/slideLayout" Target="../slideLayouts/slideLayout49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459950" y="300125"/>
            <a:ext cx="8353800" cy="8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Font typeface="Hepta Slab"/>
              <a:buNone/>
              <a:defRPr sz="3600">
                <a:solidFill>
                  <a:schemeClr val="dk1"/>
                </a:solidFill>
                <a:latin typeface="Hepta Slab"/>
                <a:ea typeface="Hepta Slab"/>
                <a:cs typeface="Hepta Slab"/>
                <a:sym typeface="Hepta Slab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Hepta Slab"/>
              <a:buNone/>
              <a:defRPr>
                <a:latin typeface="Hepta Slab"/>
                <a:ea typeface="Hepta Slab"/>
                <a:cs typeface="Hepta Slab"/>
                <a:sym typeface="Hepta Slab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536575" y="2676025"/>
            <a:ext cx="5275500" cy="2201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23850" lvl="0" marL="457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500"/>
              <a:buFont typeface="Barlow Light"/>
              <a:buChar char="●"/>
              <a:defRPr sz="15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Barlow Light"/>
              <a:buChar char="○"/>
              <a:defRPr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indent="-311150" lvl="2" marL="1371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Barlow Light"/>
              <a:buChar char="■"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Barlow Light"/>
              <a:buChar char="●"/>
              <a:defRPr sz="12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Barlow Light"/>
              <a:buChar char="○"/>
              <a:defRPr sz="11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indent="-292100" lvl="5" marL="27432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00"/>
              <a:buFont typeface="Barlow Light"/>
              <a:buChar char="■"/>
              <a:defRPr sz="10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00"/>
              <a:buFont typeface="Barlow Light"/>
              <a:buChar char="●"/>
              <a:defRPr sz="9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800"/>
              <a:buFont typeface="Barlow Light"/>
              <a:buChar char="○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indent="-273050" lvl="8" marL="411480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700"/>
              <a:buFont typeface="Barlow Light"/>
              <a:buChar char="■"/>
              <a:defRPr sz="8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/>
        </p:txBody>
      </p:sp>
      <p:sp>
        <p:nvSpPr>
          <p:cNvPr id="53" name="Google Shape;53;p13"/>
          <p:cNvSpPr txBox="1"/>
          <p:nvPr>
            <p:ph idx="12" type="sldNum"/>
          </p:nvPr>
        </p:nvSpPr>
        <p:spPr>
          <a:xfrm>
            <a:off x="8556784" y="4749851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1pPr>
            <a:lvl2pPr lvl="1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2pPr>
            <a:lvl3pPr lvl="2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3pPr>
            <a:lvl4pPr lvl="3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4pPr>
            <a:lvl5pPr lvl="4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5pPr>
            <a:lvl6pPr lvl="5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6pPr>
            <a:lvl7pPr lvl="6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7pPr>
            <a:lvl8pPr lvl="7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8pPr>
            <a:lvl9pPr lvl="8" algn="r">
              <a:buNone/>
              <a:defRPr sz="1300">
                <a:solidFill>
                  <a:schemeClr val="dk1"/>
                </a:solidFill>
                <a:latin typeface="Barlow Light"/>
                <a:ea typeface="Barlow Light"/>
                <a:cs typeface="Barlow Light"/>
                <a:sym typeface="Barlow Light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  <p:sldLayoutId id="2147483683" r:id="rId25"/>
    <p:sldLayoutId id="2147483684" r:id="rId26"/>
    <p:sldLayoutId id="2147483685" r:id="rId27"/>
    <p:sldLayoutId id="2147483686" r:id="rId28"/>
    <p:sldLayoutId id="2147483687" r:id="rId29"/>
    <p:sldLayoutId id="2147483688" r:id="rId30"/>
    <p:sldLayoutId id="2147483689" r:id="rId31"/>
    <p:sldLayoutId id="2147483690" r:id="rId32"/>
    <p:sldLayoutId id="2147483691" r:id="rId33"/>
    <p:sldLayoutId id="2147483692" r:id="rId34"/>
    <p:sldLayoutId id="2147483693" r:id="rId35"/>
    <p:sldLayoutId id="2147483694" r:id="rId36"/>
    <p:sldLayoutId id="2147483695" r:id="rId37"/>
    <p:sldLayoutId id="2147483696" r:id="rId38"/>
    <p:sldLayoutId id="2147483697" r:id="rId39"/>
    <p:sldLayoutId id="2147483698" r:id="rId40"/>
    <p:sldLayoutId id="2147483699" r:id="rId41"/>
    <p:sldLayoutId id="2147483700" r:id="rId42"/>
    <p:sldLayoutId id="2147483701" r:id="rId43"/>
    <p:sldLayoutId id="2147483702" r:id="rId44"/>
    <p:sldLayoutId id="2147483703" r:id="rId4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4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5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6.xml"/><Relationship Id="rId3" Type="http://schemas.openxmlformats.org/officeDocument/2006/relationships/hyperlink" Target="https://cs230.stanford.edu/projects_winter_2020/reports/32610274.pdf" TargetMode="Externa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2.png"/><Relationship Id="rId4" Type="http://schemas.openxmlformats.org/officeDocument/2006/relationships/image" Target="../media/image1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4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6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3.png"/><Relationship Id="rId4" Type="http://schemas.openxmlformats.org/officeDocument/2006/relationships/image" Target="../media/image22.png"/><Relationship Id="rId5" Type="http://schemas.openxmlformats.org/officeDocument/2006/relationships/image" Target="../media/image21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7.png"/><Relationship Id="rId4" Type="http://schemas.openxmlformats.org/officeDocument/2006/relationships/image" Target="../media/image6.png"/><Relationship Id="rId5" Type="http://schemas.openxmlformats.org/officeDocument/2006/relationships/image" Target="../media/image8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6.png"/><Relationship Id="rId4" Type="http://schemas.openxmlformats.org/officeDocument/2006/relationships/image" Target="../media/image9.png"/><Relationship Id="rId5" Type="http://schemas.openxmlformats.org/officeDocument/2006/relationships/image" Target="../media/image20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10.png"/><Relationship Id="rId5" Type="http://schemas.openxmlformats.org/officeDocument/2006/relationships/image" Target="../media/image12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26.png"/><Relationship Id="rId4" Type="http://schemas.openxmlformats.org/officeDocument/2006/relationships/image" Target="../media/image25.png"/><Relationship Id="rId5" Type="http://schemas.openxmlformats.org/officeDocument/2006/relationships/image" Target="../media/image24.png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3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2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3.png"/><Relationship Id="rId4" Type="http://schemas.openxmlformats.org/officeDocument/2006/relationships/image" Target="../media/image18.png"/><Relationship Id="rId5" Type="http://schemas.openxmlformats.org/officeDocument/2006/relationships/image" Target="../media/image12.png"/><Relationship Id="rId6" Type="http://schemas.openxmlformats.org/officeDocument/2006/relationships/image" Target="../media/image24.png"/><Relationship Id="rId7" Type="http://schemas.openxmlformats.org/officeDocument/2006/relationships/image" Target="../media/image5.png"/><Relationship Id="rId8" Type="http://schemas.openxmlformats.org/officeDocument/2006/relationships/image" Target="../media/image21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1.xml"/><Relationship Id="rId2" Type="http://schemas.openxmlformats.org/officeDocument/2006/relationships/notesSlide" Target="../notesSlides/notesSlide26.xml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7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2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0" name="Shape 3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1" name="Google Shape;371;p59"/>
          <p:cNvSpPr txBox="1"/>
          <p:nvPr>
            <p:ph type="title"/>
          </p:nvPr>
        </p:nvSpPr>
        <p:spPr>
          <a:xfrm>
            <a:off x="150" y="1124700"/>
            <a:ext cx="9144000" cy="1741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5000"/>
              <a:t>Emotion Detection Using Facial Landmarks</a:t>
            </a:r>
            <a:endParaRPr sz="5000"/>
          </a:p>
        </p:txBody>
      </p:sp>
      <p:sp>
        <p:nvSpPr>
          <p:cNvPr id="372" name="Google Shape;372;p59"/>
          <p:cNvSpPr txBox="1"/>
          <p:nvPr>
            <p:ph idx="2" type="subTitle"/>
          </p:nvPr>
        </p:nvSpPr>
        <p:spPr>
          <a:xfrm>
            <a:off x="2689200" y="3399925"/>
            <a:ext cx="3765600" cy="93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rPr lang="en" sz="1700"/>
              <a:t>By Alexander Nicholas, Kieran Hawkins, Michael Duggan</a:t>
            </a:r>
            <a:endParaRPr sz="170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None/>
            </a:pPr>
            <a:r>
              <a:t/>
            </a:r>
            <a:endParaRPr sz="17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60"/>
          <p:cNvSpPr txBox="1"/>
          <p:nvPr>
            <p:ph idx="1" type="subTitle"/>
          </p:nvPr>
        </p:nvSpPr>
        <p:spPr>
          <a:xfrm>
            <a:off x="475075" y="309225"/>
            <a:ext cx="3655200" cy="357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78" name="Google Shape;378;p60"/>
          <p:cNvSpPr txBox="1"/>
          <p:nvPr>
            <p:ph idx="2" type="body"/>
          </p:nvPr>
        </p:nvSpPr>
        <p:spPr>
          <a:xfrm>
            <a:off x="787297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  <p:sp>
        <p:nvSpPr>
          <p:cNvPr id="379" name="Google Shape;379;p60"/>
          <p:cNvSpPr txBox="1"/>
          <p:nvPr>
            <p:ph idx="3" type="subTitle"/>
          </p:nvPr>
        </p:nvSpPr>
        <p:spPr>
          <a:xfrm>
            <a:off x="1699221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80" name="Google Shape;380;p60"/>
          <p:cNvSpPr txBox="1"/>
          <p:nvPr>
            <p:ph idx="5" type="body"/>
          </p:nvPr>
        </p:nvSpPr>
        <p:spPr>
          <a:xfrm>
            <a:off x="787297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  <p:sp>
        <p:nvSpPr>
          <p:cNvPr id="381" name="Google Shape;381;p60"/>
          <p:cNvSpPr txBox="1"/>
          <p:nvPr>
            <p:ph idx="6" type="subTitle"/>
          </p:nvPr>
        </p:nvSpPr>
        <p:spPr>
          <a:xfrm>
            <a:off x="1699221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Research</a:t>
            </a:r>
            <a:endParaRPr/>
          </a:p>
        </p:txBody>
      </p:sp>
      <p:sp>
        <p:nvSpPr>
          <p:cNvPr id="382" name="Google Shape;382;p60"/>
          <p:cNvSpPr txBox="1"/>
          <p:nvPr>
            <p:ph idx="8" type="body"/>
          </p:nvPr>
        </p:nvSpPr>
        <p:spPr>
          <a:xfrm>
            <a:off x="787297" y="3219093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  <p:sp>
        <p:nvSpPr>
          <p:cNvPr id="383" name="Google Shape;383;p60"/>
          <p:cNvSpPr txBox="1"/>
          <p:nvPr>
            <p:ph idx="9" type="subTitle"/>
          </p:nvPr>
        </p:nvSpPr>
        <p:spPr>
          <a:xfrm>
            <a:off x="1699221" y="3218818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384" name="Google Shape;384;p60"/>
          <p:cNvSpPr txBox="1"/>
          <p:nvPr>
            <p:ph idx="13" type="body"/>
          </p:nvPr>
        </p:nvSpPr>
        <p:spPr>
          <a:xfrm>
            <a:off x="2285800" y="3464603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Exploratory Data </a:t>
            </a:r>
            <a:r>
              <a:rPr lang="en"/>
              <a:t>Analysis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Preprocessing and Tuning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</a:t>
            </a:r>
            <a:r>
              <a:rPr lang="en"/>
              <a:t> </a:t>
            </a:r>
            <a:r>
              <a:rPr lang="en"/>
              <a:t>Importance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5" name="Google Shape;385;p60"/>
          <p:cNvSpPr txBox="1"/>
          <p:nvPr>
            <p:ph idx="14" type="body"/>
          </p:nvPr>
        </p:nvSpPr>
        <p:spPr>
          <a:xfrm>
            <a:off x="4822781" y="980554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  <p:sp>
        <p:nvSpPr>
          <p:cNvPr id="386" name="Google Shape;386;p60"/>
          <p:cNvSpPr txBox="1"/>
          <p:nvPr>
            <p:ph idx="15" type="subTitle"/>
          </p:nvPr>
        </p:nvSpPr>
        <p:spPr>
          <a:xfrm>
            <a:off x="5734705" y="980279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387" name="Google Shape;387;p60"/>
          <p:cNvSpPr txBox="1"/>
          <p:nvPr>
            <p:ph idx="16" type="body"/>
          </p:nvPr>
        </p:nvSpPr>
        <p:spPr>
          <a:xfrm>
            <a:off x="6321281" y="1226054"/>
            <a:ext cx="1775700" cy="110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CNN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8" name="Google Shape;388;p60"/>
          <p:cNvSpPr txBox="1"/>
          <p:nvPr>
            <p:ph idx="17" type="body"/>
          </p:nvPr>
        </p:nvSpPr>
        <p:spPr>
          <a:xfrm>
            <a:off x="4822781" y="2222666"/>
            <a:ext cx="9261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  <p:sp>
        <p:nvSpPr>
          <p:cNvPr id="389" name="Google Shape;389;p60"/>
          <p:cNvSpPr txBox="1"/>
          <p:nvPr>
            <p:ph idx="18" type="subTitle"/>
          </p:nvPr>
        </p:nvSpPr>
        <p:spPr>
          <a:xfrm>
            <a:off x="5734705" y="2222391"/>
            <a:ext cx="2362200" cy="47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390" name="Google Shape;390;p60"/>
          <p:cNvSpPr txBox="1"/>
          <p:nvPr>
            <p:ph idx="19" type="body"/>
          </p:nvPr>
        </p:nvSpPr>
        <p:spPr>
          <a:xfrm>
            <a:off x="6321275" y="2468177"/>
            <a:ext cx="1775700" cy="996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 Choice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  <p:sp>
        <p:nvSpPr>
          <p:cNvPr id="391" name="Google Shape;391;p6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5" name="Shape 3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6" name="Google Shape;396;p6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 Statement</a:t>
            </a:r>
            <a:endParaRPr/>
          </a:p>
        </p:txBody>
      </p:sp>
      <p:sp>
        <p:nvSpPr>
          <p:cNvPr id="397" name="Google Shape;397;p6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01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1" name="Shape 4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2" name="Google Shape;402;p62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3" name="Google Shape;403;p62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Problem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4" name="Google Shape;404;p6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05" name="Google Shape;405;p62"/>
          <p:cNvSpPr txBox="1"/>
          <p:nvPr>
            <p:ph idx="3" type="body"/>
          </p:nvPr>
        </p:nvSpPr>
        <p:spPr>
          <a:xfrm>
            <a:off x="720975" y="1486025"/>
            <a:ext cx="7726500" cy="3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We aim to develop a lightweight system for classifying facial expressions into seven distinct emotion categories using facial landmarks extracted from images.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This task is important because: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Facial expression recognition plays a critical role in human-computer interaction, security systems, and mental health monitoring.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While deep learning methods dominate this space, they are computationally expensive.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A simpler, fast, and explainable approach is needed, especially for devices with limited computational resources.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Our challenge is to accurately classify human emotions using traditional machine learning models and engineered features from facial landmarks.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9" name="Shape 4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0" name="Google Shape;410;p63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Previous Research</a:t>
            </a:r>
            <a:endParaRPr/>
          </a:p>
        </p:txBody>
      </p:sp>
      <p:sp>
        <p:nvSpPr>
          <p:cNvPr id="411" name="Google Shape;411;p63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02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5" name="Shape 4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6" name="Google Shape;416;p64"/>
          <p:cNvSpPr txBox="1"/>
          <p:nvPr>
            <p:ph type="title"/>
          </p:nvPr>
        </p:nvSpPr>
        <p:spPr>
          <a:xfrm>
            <a:off x="395250" y="1133162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Research</a:t>
            </a:r>
            <a:endParaRPr/>
          </a:p>
        </p:txBody>
      </p:sp>
      <p:sp>
        <p:nvSpPr>
          <p:cNvPr id="417" name="Google Shape;417;p64"/>
          <p:cNvSpPr txBox="1"/>
          <p:nvPr>
            <p:ph idx="2" type="title"/>
          </p:nvPr>
        </p:nvSpPr>
        <p:spPr>
          <a:xfrm>
            <a:off x="4822200" y="112908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Goals</a:t>
            </a:r>
            <a:endParaRPr/>
          </a:p>
        </p:txBody>
      </p:sp>
      <p:sp>
        <p:nvSpPr>
          <p:cNvPr id="418" name="Google Shape;418;p64"/>
          <p:cNvSpPr txBox="1"/>
          <p:nvPr>
            <p:ph idx="4294967295" type="title"/>
          </p:nvPr>
        </p:nvSpPr>
        <p:spPr>
          <a:xfrm>
            <a:off x="395250" y="1515800"/>
            <a:ext cx="4176900" cy="3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>
                <a:solidFill>
                  <a:schemeClr val="lt1"/>
                </a:solidFill>
                <a:latin typeface="Barlow"/>
                <a:ea typeface="Barlow"/>
                <a:cs typeface="Barlow"/>
                <a:sym typeface="Barlow"/>
              </a:rPr>
              <a:t>Facial Expression Recognition with Deep Learning from Stanford</a:t>
            </a:r>
            <a:endParaRPr sz="1100">
              <a:solidFill>
                <a:schemeClr val="lt1"/>
              </a:solidFill>
              <a:latin typeface="Barlow"/>
              <a:ea typeface="Barlow"/>
              <a:cs typeface="Barlow"/>
              <a:sym typeface="Barlow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100" u="sng">
                <a:solidFill>
                  <a:schemeClr val="accent3"/>
                </a:solidFill>
                <a:latin typeface="Barlow Light"/>
                <a:ea typeface="Barlow Light"/>
                <a:cs typeface="Barlow Light"/>
                <a:sym typeface="Barlow Light"/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https://cs230.stanford.edu/projects_winter_2020/reports/32610274.pdf</a:t>
            </a:r>
            <a:endParaRPr sz="1100">
              <a:solidFill>
                <a:schemeClr val="accent3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Deep learning models, such as CNN’s trained on FER-2013 (larger facial expression dataset), have shown strong performance but require high computational power.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Landmark-based methods have been explored as a more lightweight alternative but often underperform due to insufficient feature extraction.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19" name="Google Shape;419;p64"/>
          <p:cNvSpPr txBox="1"/>
          <p:nvPr>
            <p:ph idx="4294967295" type="title"/>
          </p:nvPr>
        </p:nvSpPr>
        <p:spPr>
          <a:xfrm>
            <a:off x="4822200" y="1515797"/>
            <a:ext cx="4810200" cy="86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Achieve high accuracy with low-complexity models.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Use Optuna and GridSearch to optimize hyperparameters.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Address class imbalance through SMOTE.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Provide clear interpretability of model decisions.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20" name="Google Shape;420;p64"/>
          <p:cNvCxnSpPr/>
          <p:nvPr/>
        </p:nvCxnSpPr>
        <p:spPr>
          <a:xfrm flipH="1">
            <a:off x="4572000" y="1084200"/>
            <a:ext cx="25800" cy="40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21" name="Google Shape;421;p6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Prior Research and Goals</a:t>
            </a:r>
            <a:endParaRPr/>
          </a:p>
        </p:txBody>
      </p:sp>
      <p:sp>
        <p:nvSpPr>
          <p:cNvPr id="422" name="Google Shape;422;p6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23" name="Google Shape;423;p64"/>
          <p:cNvSpPr txBox="1"/>
          <p:nvPr>
            <p:ph idx="2" type="title"/>
          </p:nvPr>
        </p:nvSpPr>
        <p:spPr>
          <a:xfrm>
            <a:off x="4822200" y="238248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Approach</a:t>
            </a:r>
            <a:endParaRPr/>
          </a:p>
        </p:txBody>
      </p:sp>
      <p:sp>
        <p:nvSpPr>
          <p:cNvPr id="424" name="Google Shape;424;p64"/>
          <p:cNvSpPr txBox="1"/>
          <p:nvPr>
            <p:ph idx="4294967295" type="title"/>
          </p:nvPr>
        </p:nvSpPr>
        <p:spPr>
          <a:xfrm>
            <a:off x="4822200" y="2769200"/>
            <a:ext cx="4321800" cy="1417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Leverage MediaPipe Face Mesh to extract high-precision facial landmarks.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Engineer geometric features, such as distances and angles, to capture critical facial structures linked to emotions.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We applied three traditional classifiers: Decision Tree, Support Vector Machine (SVM), and a Multi-Layer Perceptron (MLP).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65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</a:t>
            </a:r>
            <a:endParaRPr/>
          </a:p>
        </p:txBody>
      </p:sp>
      <p:sp>
        <p:nvSpPr>
          <p:cNvPr id="430" name="Google Shape;430;p65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03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4" name="Shape 4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5" name="Google Shape;435;p66"/>
          <p:cNvSpPr txBox="1"/>
          <p:nvPr>
            <p:ph type="title"/>
          </p:nvPr>
        </p:nvSpPr>
        <p:spPr>
          <a:xfrm>
            <a:off x="704100" y="954762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Name</a:t>
            </a:r>
            <a:endParaRPr/>
          </a:p>
        </p:txBody>
      </p:sp>
      <p:sp>
        <p:nvSpPr>
          <p:cNvPr id="436" name="Google Shape;436;p66"/>
          <p:cNvSpPr txBox="1"/>
          <p:nvPr>
            <p:ph idx="2" type="title"/>
          </p:nvPr>
        </p:nvSpPr>
        <p:spPr>
          <a:xfrm>
            <a:off x="702825" y="145178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Description</a:t>
            </a:r>
            <a:endParaRPr/>
          </a:p>
        </p:txBody>
      </p:sp>
      <p:sp>
        <p:nvSpPr>
          <p:cNvPr id="437" name="Google Shape;437;p66"/>
          <p:cNvSpPr txBox="1"/>
          <p:nvPr>
            <p:ph idx="3" type="title"/>
          </p:nvPr>
        </p:nvSpPr>
        <p:spPr>
          <a:xfrm>
            <a:off x="706663" y="3468216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Inputs</a:t>
            </a:r>
            <a:endParaRPr/>
          </a:p>
        </p:txBody>
      </p:sp>
      <p:sp>
        <p:nvSpPr>
          <p:cNvPr id="438" name="Google Shape;438;p66"/>
          <p:cNvSpPr txBox="1"/>
          <p:nvPr>
            <p:ph idx="4294967295" type="title"/>
          </p:nvPr>
        </p:nvSpPr>
        <p:spPr>
          <a:xfrm>
            <a:off x="2193100" y="1009525"/>
            <a:ext cx="4810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Extended Cohn-Kanade (CK+)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39" name="Google Shape;439;p66"/>
          <p:cNvSpPr txBox="1"/>
          <p:nvPr>
            <p:ph idx="4294967295" type="title"/>
          </p:nvPr>
        </p:nvSpPr>
        <p:spPr>
          <a:xfrm>
            <a:off x="2193675" y="1407875"/>
            <a:ext cx="6575100" cy="232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The CK+ dataset contains 593 video sequences from 123 subjects, with peak expression labels.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We used 981 images sampled from these video sequences.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Each sequence depicts a facial expression evolving from neutral to peak expression.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Classes: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Anger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Contempt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Disgust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Fear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Happiness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Sadness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Surprise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40" name="Google Shape;440;p66"/>
          <p:cNvSpPr txBox="1"/>
          <p:nvPr>
            <p:ph idx="4294967295" type="title"/>
          </p:nvPr>
        </p:nvSpPr>
        <p:spPr>
          <a:xfrm>
            <a:off x="2172988" y="3522300"/>
            <a:ext cx="6160800" cy="74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Peak frame images processed with MediaPipe Face Mesh to extract 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468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facial landmarks.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Engineered features: distances (e.g., mouth corners, eye centers), angles (e.g., eyebrow tilt), and geometric ratios.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41" name="Google Shape;441;p66"/>
          <p:cNvCxnSpPr/>
          <p:nvPr/>
        </p:nvCxnSpPr>
        <p:spPr>
          <a:xfrm>
            <a:off x="792425" y="954750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2" name="Google Shape;442;p66"/>
          <p:cNvCxnSpPr/>
          <p:nvPr/>
        </p:nvCxnSpPr>
        <p:spPr>
          <a:xfrm>
            <a:off x="791150" y="1371909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3" name="Google Shape;443;p66"/>
          <p:cNvCxnSpPr/>
          <p:nvPr/>
        </p:nvCxnSpPr>
        <p:spPr>
          <a:xfrm>
            <a:off x="794988" y="34682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44" name="Google Shape;444;p66"/>
          <p:cNvCxnSpPr/>
          <p:nvPr/>
        </p:nvCxnSpPr>
        <p:spPr>
          <a:xfrm>
            <a:off x="794988" y="42689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45" name="Google Shape;445;p66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Dataset Overview</a:t>
            </a:r>
            <a:endParaRPr/>
          </a:p>
        </p:txBody>
      </p:sp>
      <p:sp>
        <p:nvSpPr>
          <p:cNvPr id="446" name="Google Shape;446;p6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47" name="Google Shape;447;p66"/>
          <p:cNvSpPr txBox="1"/>
          <p:nvPr>
            <p:ph idx="3" type="title"/>
          </p:nvPr>
        </p:nvSpPr>
        <p:spPr>
          <a:xfrm>
            <a:off x="707926" y="438704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Outputs</a:t>
            </a:r>
            <a:endParaRPr/>
          </a:p>
        </p:txBody>
      </p:sp>
      <p:sp>
        <p:nvSpPr>
          <p:cNvPr id="448" name="Google Shape;448;p66"/>
          <p:cNvSpPr txBox="1"/>
          <p:nvPr>
            <p:ph idx="4294967295" type="title"/>
          </p:nvPr>
        </p:nvSpPr>
        <p:spPr>
          <a:xfrm>
            <a:off x="2168488" y="4447353"/>
            <a:ext cx="4810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One of the seven emotion labels.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449" name="Google Shape;449;p66"/>
          <p:cNvCxnSpPr/>
          <p:nvPr/>
        </p:nvCxnSpPr>
        <p:spPr>
          <a:xfrm>
            <a:off x="799365" y="489184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3" name="Shape 4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4" name="Google Shape;454;p67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Data After SMOTE</a:t>
            </a:r>
            <a:endParaRPr/>
          </a:p>
        </p:txBody>
      </p:sp>
      <p:sp>
        <p:nvSpPr>
          <p:cNvPr id="455" name="Google Shape;455;p67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dataset is imbalanced, with Surprise and Happiness being the most common emotions.</a:t>
            </a:r>
            <a:endParaRPr/>
          </a:p>
        </p:txBody>
      </p:sp>
      <p:sp>
        <p:nvSpPr>
          <p:cNvPr id="456" name="Google Shape;456;p67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We use SMOTE to synthetically balance the minority classes in the training set.</a:t>
            </a:r>
            <a:endParaRPr/>
          </a:p>
        </p:txBody>
      </p:sp>
      <p:pic>
        <p:nvPicPr>
          <p:cNvPr id="457" name="Google Shape;457;p67" title="image_2025-05-07_023602218.png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14076" l="10167" r="8888" t="17426"/>
          <a:stretch/>
        </p:blipFill>
        <p:spPr>
          <a:xfrm>
            <a:off x="5214225" y="808050"/>
            <a:ext cx="3260174" cy="2758724"/>
          </a:xfrm>
          <a:prstGeom prst="rect">
            <a:avLst/>
          </a:prstGeom>
        </p:spPr>
      </p:pic>
      <p:pic>
        <p:nvPicPr>
          <p:cNvPr id="458" name="Google Shape;458;p67" title="image_2025-05-07_023838818.png"/>
          <p:cNvPicPr preferRelativeResize="0"/>
          <p:nvPr>
            <p:ph idx="3" type="pic"/>
          </p:nvPr>
        </p:nvPicPr>
        <p:blipFill rotWithShape="1">
          <a:blip r:embed="rId4">
            <a:alphaModFix/>
          </a:blip>
          <a:srcRect b="14075" l="9819" r="9236" t="15936"/>
          <a:stretch/>
        </p:blipFill>
        <p:spPr>
          <a:xfrm>
            <a:off x="730088" y="808050"/>
            <a:ext cx="3190722" cy="2758726"/>
          </a:xfrm>
          <a:prstGeom prst="rect">
            <a:avLst/>
          </a:prstGeom>
        </p:spPr>
      </p:pic>
      <p:sp>
        <p:nvSpPr>
          <p:cNvPr id="459" name="Google Shape;459;p67"/>
          <p:cNvSpPr txBox="1"/>
          <p:nvPr>
            <p:ph type="title"/>
          </p:nvPr>
        </p:nvSpPr>
        <p:spPr>
          <a:xfrm>
            <a:off x="311700" y="212700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Data Distribution</a:t>
            </a:r>
            <a:endParaRPr sz="3000"/>
          </a:p>
        </p:txBody>
      </p:sp>
      <p:sp>
        <p:nvSpPr>
          <p:cNvPr id="460" name="Google Shape;460;p67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Training Data Before SMOTE</a:t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4" name="Shape 4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5" name="Google Shape;465;p68"/>
          <p:cNvSpPr txBox="1"/>
          <p:nvPr>
            <p:ph idx="1" type="subTitle"/>
          </p:nvPr>
        </p:nvSpPr>
        <p:spPr>
          <a:xfrm>
            <a:off x="791150" y="522625"/>
            <a:ext cx="5289600" cy="11082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Engineering</a:t>
            </a:r>
            <a:endParaRPr/>
          </a:p>
        </p:txBody>
      </p:sp>
      <p:sp>
        <p:nvSpPr>
          <p:cNvPr id="466" name="Google Shape;466;p68"/>
          <p:cNvSpPr txBox="1"/>
          <p:nvPr>
            <p:ph idx="2" type="body"/>
          </p:nvPr>
        </p:nvSpPr>
        <p:spPr>
          <a:xfrm>
            <a:off x="0" y="1630825"/>
            <a:ext cx="4416300" cy="351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Landmark Extraction: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MediaPipe Face Mesh provides 468 (x, y) coordinates per image.</a:t>
            </a:r>
            <a:endParaRPr sz="13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/>
          </a:p>
          <a:p>
            <a:pPr indent="-311150" lvl="0" marL="457200" rtl="0" algn="l">
              <a:spcBef>
                <a:spcPts val="0"/>
              </a:spcBef>
              <a:spcAft>
                <a:spcPts val="0"/>
              </a:spcAft>
              <a:buSzPts val="1300"/>
              <a:buChar char="●"/>
            </a:pPr>
            <a:r>
              <a:rPr lang="en" sz="1300"/>
              <a:t>Engineered Features: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Distances: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Mouth width (distance between mouth corners)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Eye openness (distance between upper and lower eyelid)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Angles: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Eyebrow slant (angle between eyebrow points)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Lip curvature (angle between lip points)</a:t>
            </a:r>
            <a:endParaRPr sz="1300"/>
          </a:p>
          <a:p>
            <a:pPr indent="-311150" lvl="1" marL="914400" rtl="0" algn="l">
              <a:spcBef>
                <a:spcPts val="0"/>
              </a:spcBef>
              <a:spcAft>
                <a:spcPts val="0"/>
              </a:spcAft>
              <a:buSzPts val="1300"/>
              <a:buChar char="○"/>
            </a:pPr>
            <a:r>
              <a:rPr lang="en" sz="1300"/>
              <a:t>Ratios: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Mouth width to face width</a:t>
            </a:r>
            <a:endParaRPr sz="1300"/>
          </a:p>
          <a:p>
            <a:pPr indent="-311150" lvl="2" marL="1371600" rtl="0" algn="l">
              <a:spcBef>
                <a:spcPts val="0"/>
              </a:spcBef>
              <a:spcAft>
                <a:spcPts val="0"/>
              </a:spcAft>
              <a:buSzPts val="1300"/>
              <a:buChar char="■"/>
            </a:pPr>
            <a:r>
              <a:rPr lang="en" sz="1300"/>
              <a:t>Eye distance to face height</a:t>
            </a:r>
            <a:endParaRPr sz="1300"/>
          </a:p>
        </p:txBody>
      </p:sp>
      <p:sp>
        <p:nvSpPr>
          <p:cNvPr id="467" name="Google Shape;467;p68"/>
          <p:cNvSpPr/>
          <p:nvPr/>
        </p:nvSpPr>
        <p:spPr>
          <a:xfrm>
            <a:off x="4416275" y="1976923"/>
            <a:ext cx="4045200" cy="28713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68" name="Google Shape;468;p6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469" name="Google Shape;469;p68"/>
          <p:cNvPicPr preferRelativeResize="0"/>
          <p:nvPr/>
        </p:nvPicPr>
        <p:blipFill rotWithShape="1">
          <a:blip r:embed="rId3">
            <a:alphaModFix/>
          </a:blip>
          <a:srcRect b="0" l="15876" r="16625" t="1720"/>
          <a:stretch/>
        </p:blipFill>
        <p:spPr>
          <a:xfrm>
            <a:off x="5524862" y="2060350"/>
            <a:ext cx="1828024" cy="26614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73" name="Shape 4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4" name="Google Shape;474;p69"/>
          <p:cNvSpPr txBox="1"/>
          <p:nvPr>
            <p:ph idx="2" type="body"/>
          </p:nvPr>
        </p:nvSpPr>
        <p:spPr>
          <a:xfrm>
            <a:off x="3292375" y="22211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GridSearchCV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Kernels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poly </a:t>
            </a:r>
            <a:r>
              <a:rPr lang="en" sz="1000"/>
              <a:t>(polynomial): C, degree, gamma, coef0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r</a:t>
            </a:r>
            <a:r>
              <a:rPr lang="en" sz="1000"/>
              <a:t>bf: C and gamma.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Parameter ranges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C: [10, 50, 100, 200, 500].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gamma: [‘scale’, 0.0001, 0.001, 0.01].</a:t>
            </a:r>
            <a:endParaRPr sz="1000"/>
          </a:p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Best Parameters: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C: 50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gamma: scale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kernel: rbf</a:t>
            </a:r>
            <a:endParaRPr sz="1000"/>
          </a:p>
        </p:txBody>
      </p:sp>
      <p:sp>
        <p:nvSpPr>
          <p:cNvPr id="475" name="Google Shape;475;p69"/>
          <p:cNvSpPr txBox="1"/>
          <p:nvPr>
            <p:ph idx="1" type="body"/>
          </p:nvPr>
        </p:nvSpPr>
        <p:spPr>
          <a:xfrm>
            <a:off x="193200" y="2221100"/>
            <a:ext cx="30993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Tuned Hyperparameters using GridSearchCV: 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Max depth = 6</a:t>
            </a:r>
            <a:endParaRPr sz="1000"/>
          </a:p>
          <a:p>
            <a:pPr indent="-292100" lvl="1" marL="914400" rtl="0" algn="l"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/>
              <a:t>Random state = 1</a:t>
            </a:r>
            <a:endParaRPr sz="1000"/>
          </a:p>
          <a:p>
            <a:pPr indent="0" lvl="0" marL="9144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76" name="Google Shape;476;p69"/>
          <p:cNvSpPr txBox="1"/>
          <p:nvPr>
            <p:ph idx="3" type="body"/>
          </p:nvPr>
        </p:nvSpPr>
        <p:spPr>
          <a:xfrm>
            <a:off x="6156925" y="2221100"/>
            <a:ext cx="2800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2100" lvl="0" marL="457200" rtl="0" algn="l">
              <a:spcBef>
                <a:spcPts val="0"/>
              </a:spcBef>
              <a:spcAft>
                <a:spcPts val="0"/>
              </a:spcAft>
              <a:buSzPts val="1000"/>
              <a:buChar char="●"/>
            </a:pPr>
            <a:r>
              <a:rPr lang="en" sz="1000"/>
              <a:t>Tuned Hyperparameters using Optuna:</a:t>
            </a:r>
            <a:endParaRPr sz="1000"/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dropout_p = 0.23061023568800532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batch_size = 16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n_layers = 1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neuron_counts = 16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lr = 0.0027126928577492</a:t>
            </a:r>
            <a:endParaRPr sz="1000">
              <a:latin typeface="Barlow"/>
              <a:ea typeface="Barlow"/>
              <a:cs typeface="Barlow"/>
              <a:sym typeface="Barlow"/>
            </a:endParaRPr>
          </a:p>
          <a:p>
            <a:pPr indent="-292100" lvl="1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SzPts val="1000"/>
              <a:buChar char="○"/>
            </a:pPr>
            <a:r>
              <a:rPr lang="en" sz="1000">
                <a:latin typeface="Barlow"/>
                <a:ea typeface="Barlow"/>
                <a:cs typeface="Barlow"/>
                <a:sym typeface="Barlow"/>
              </a:rPr>
              <a:t>weight_decay = 0.029172974822711428</a:t>
            </a:r>
            <a:endParaRPr sz="1000"/>
          </a:p>
          <a:p>
            <a:pPr indent="0" lvl="0" marL="914400" rtl="0" algn="l">
              <a:lnSpc>
                <a:spcPct val="135714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Arial"/>
              <a:buNone/>
            </a:pPr>
            <a:r>
              <a:t/>
            </a:r>
            <a:endParaRPr sz="10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/>
          </a:p>
        </p:txBody>
      </p:sp>
      <p:sp>
        <p:nvSpPr>
          <p:cNvPr id="477" name="Google Shape;477;p69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Hyperparameter</a:t>
            </a:r>
            <a:r>
              <a:rPr lang="en" sz="1500">
                <a:latin typeface="Barlow Light"/>
                <a:ea typeface="Barlow Light"/>
                <a:cs typeface="Barlow Light"/>
                <a:sym typeface="Barlow Light"/>
              </a:rPr>
              <a:t> Tuning</a:t>
            </a:r>
            <a:endParaRPr sz="1500"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478" name="Google Shape;478;p69"/>
          <p:cNvSpPr txBox="1"/>
          <p:nvPr>
            <p:ph idx="4" type="subTitle"/>
          </p:nvPr>
        </p:nvSpPr>
        <p:spPr>
          <a:xfrm>
            <a:off x="427825" y="11397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479" name="Google Shape;479;p69"/>
          <p:cNvSpPr txBox="1"/>
          <p:nvPr>
            <p:ph idx="5" type="subTitle"/>
          </p:nvPr>
        </p:nvSpPr>
        <p:spPr>
          <a:xfrm>
            <a:off x="3292375" y="11397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</p:txBody>
      </p:sp>
      <p:sp>
        <p:nvSpPr>
          <p:cNvPr id="480" name="Google Shape;480;p69"/>
          <p:cNvSpPr txBox="1"/>
          <p:nvPr>
            <p:ph idx="6" type="subTitle"/>
          </p:nvPr>
        </p:nvSpPr>
        <p:spPr>
          <a:xfrm>
            <a:off x="6156925" y="1139750"/>
            <a:ext cx="26802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</a:t>
            </a:r>
            <a:r>
              <a:rPr lang="en"/>
              <a:t>ultilayer Perceptron (MLP)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4" name="Shape 4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5" name="Google Shape;485;p70"/>
          <p:cNvSpPr/>
          <p:nvPr/>
        </p:nvSpPr>
        <p:spPr>
          <a:xfrm>
            <a:off x="0" y="815400"/>
            <a:ext cx="9144000" cy="43281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6" name="Google Shape;486;p70"/>
          <p:cNvSpPr txBox="1"/>
          <p:nvPr>
            <p:ph idx="3" type="body"/>
          </p:nvPr>
        </p:nvSpPr>
        <p:spPr>
          <a:xfrm>
            <a:off x="873700" y="815388"/>
            <a:ext cx="10929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Decision Tree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487" name="Google Shape;487;p70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Feature Importance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8" name="Google Shape;488;p7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489" name="Google Shape;489;p70"/>
          <p:cNvSpPr txBox="1"/>
          <p:nvPr>
            <p:ph idx="3" type="body"/>
          </p:nvPr>
        </p:nvSpPr>
        <p:spPr>
          <a:xfrm>
            <a:off x="5626900" y="815388"/>
            <a:ext cx="1641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Support Vector Machine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490" name="Google Shape;490;p7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716174" y="1438725"/>
            <a:ext cx="3652752" cy="2435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91" name="Google Shape;491;p70" title="permutation_importance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80425" y="1504475"/>
            <a:ext cx="3707712" cy="2369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95" name="Shape 4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6" name="Google Shape;496;p7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Models</a:t>
            </a:r>
            <a:endParaRPr/>
          </a:p>
        </p:txBody>
      </p:sp>
      <p:sp>
        <p:nvSpPr>
          <p:cNvPr id="497" name="Google Shape;497;p7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01" name="Shape 5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2" name="Google Shape;502;p72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503" name="Google Shape;503;p72"/>
          <p:cNvSpPr txBox="1"/>
          <p:nvPr>
            <p:ph type="title"/>
          </p:nvPr>
        </p:nvSpPr>
        <p:spPr>
          <a:xfrm>
            <a:off x="702825" y="1575721"/>
            <a:ext cx="20388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Straightforward</a:t>
            </a:r>
            <a:r>
              <a:rPr lang="en"/>
              <a:t> and Interpretable:</a:t>
            </a:r>
            <a:endParaRPr/>
          </a:p>
        </p:txBody>
      </p:sp>
      <p:sp>
        <p:nvSpPr>
          <p:cNvPr id="504" name="Google Shape;504;p72"/>
          <p:cNvSpPr txBox="1"/>
          <p:nvPr>
            <p:ph idx="2" type="title"/>
          </p:nvPr>
        </p:nvSpPr>
        <p:spPr>
          <a:xfrm>
            <a:off x="702825" y="237488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Scaling Not Required:</a:t>
            </a:r>
            <a:endParaRPr/>
          </a:p>
        </p:txBody>
      </p:sp>
      <p:sp>
        <p:nvSpPr>
          <p:cNvPr id="505" name="Google Shape;505;p72"/>
          <p:cNvSpPr txBox="1"/>
          <p:nvPr>
            <p:ph idx="3" type="title"/>
          </p:nvPr>
        </p:nvSpPr>
        <p:spPr>
          <a:xfrm>
            <a:off x="702825" y="319409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Handles Non-linear Relationships:</a:t>
            </a:r>
            <a:endParaRPr/>
          </a:p>
        </p:txBody>
      </p:sp>
      <p:sp>
        <p:nvSpPr>
          <p:cNvPr id="506" name="Google Shape;506;p72"/>
          <p:cNvSpPr txBox="1"/>
          <p:nvPr>
            <p:ph idx="4294967295" type="title"/>
          </p:nvPr>
        </p:nvSpPr>
        <p:spPr>
          <a:xfrm>
            <a:off x="3435929" y="1426350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Decision Trees make it easier to see how decision are made.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07" name="Google Shape;507;p72"/>
          <p:cNvSpPr txBox="1"/>
          <p:nvPr>
            <p:ph idx="4294967295" type="title"/>
          </p:nvPr>
        </p:nvSpPr>
        <p:spPr>
          <a:xfrm>
            <a:off x="3436503" y="2330979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Decision trees don’t require scaling for data.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08" name="Google Shape;508;p72"/>
          <p:cNvSpPr txBox="1"/>
          <p:nvPr>
            <p:ph idx="4294967295" type="title"/>
          </p:nvPr>
        </p:nvSpPr>
        <p:spPr>
          <a:xfrm>
            <a:off x="3433500" y="3248179"/>
            <a:ext cx="4810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Decision trees can capture non-linear relationships between features and target variables.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509" name="Google Shape;509;p72"/>
          <p:cNvCxnSpPr/>
          <p:nvPr/>
        </p:nvCxnSpPr>
        <p:spPr>
          <a:xfrm>
            <a:off x="791150" y="137157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0" name="Google Shape;510;p72"/>
          <p:cNvCxnSpPr/>
          <p:nvPr/>
        </p:nvCxnSpPr>
        <p:spPr>
          <a:xfrm>
            <a:off x="791150" y="2184934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1" name="Google Shape;511;p72"/>
          <p:cNvCxnSpPr/>
          <p:nvPr/>
        </p:nvCxnSpPr>
        <p:spPr>
          <a:xfrm>
            <a:off x="791150" y="30110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12" name="Google Shape;512;p72"/>
          <p:cNvCxnSpPr/>
          <p:nvPr/>
        </p:nvCxnSpPr>
        <p:spPr>
          <a:xfrm>
            <a:off x="791150" y="38879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13" name="Google Shape;513;p72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Chosen and Why:</a:t>
            </a:r>
            <a:endParaRPr/>
          </a:p>
        </p:txBody>
      </p:sp>
      <p:sp>
        <p:nvSpPr>
          <p:cNvPr id="514" name="Google Shape;514;p7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18" name="Shape 5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9" name="Google Shape;519;p73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20" name="Google Shape;520;p73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521" name="Google Shape;521;p73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Classification Report</a:t>
            </a:r>
            <a:endParaRPr/>
          </a:p>
        </p:txBody>
      </p:sp>
      <p:sp>
        <p:nvSpPr>
          <p:cNvPr id="522" name="Google Shape;522;p73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23" name="Google Shape;523;p73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4" name="Google Shape;524;p73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25" name="Google Shape;525;p73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26" name="Google Shape;526;p73" title="training_classification_report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7900" y="1801018"/>
            <a:ext cx="2624250" cy="1578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27" name="Google Shape;527;p73" title="validation_classification_report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59868" y="1801030"/>
            <a:ext cx="2624249" cy="1560038"/>
          </a:xfrm>
          <a:prstGeom prst="rect">
            <a:avLst/>
          </a:prstGeom>
          <a:noFill/>
          <a:ln>
            <a:noFill/>
          </a:ln>
        </p:spPr>
      </p:pic>
      <p:pic>
        <p:nvPicPr>
          <p:cNvPr id="528" name="Google Shape;528;p73" title="testing_classification_repor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68249" y="1799775"/>
            <a:ext cx="2624250" cy="154394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2" name="Shape 5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3" name="Google Shape;533;p74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34" name="Google Shape;534;p74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Decision Tree</a:t>
            </a:r>
            <a:endParaRPr/>
          </a:p>
        </p:txBody>
      </p:sp>
      <p:sp>
        <p:nvSpPr>
          <p:cNvPr id="535" name="Google Shape;535;p74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Confusion Matrix</a:t>
            </a:r>
            <a:endParaRPr/>
          </a:p>
        </p:txBody>
      </p:sp>
      <p:sp>
        <p:nvSpPr>
          <p:cNvPr id="536" name="Google Shape;536;p7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37" name="Google Shape;537;p74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8" name="Google Shape;538;p74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39" name="Google Shape;539;p74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40" name="Google Shape;540;p74" title="training_confusion_matrix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50637" y="1866693"/>
            <a:ext cx="2558775" cy="2191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41" name="Google Shape;541;p74" title="validation_confusion_matrix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92624" y="1849800"/>
            <a:ext cx="2558751" cy="2225189"/>
          </a:xfrm>
          <a:prstGeom prst="rect">
            <a:avLst/>
          </a:prstGeom>
          <a:noFill/>
          <a:ln>
            <a:noFill/>
          </a:ln>
        </p:spPr>
      </p:pic>
      <p:pic>
        <p:nvPicPr>
          <p:cNvPr id="542" name="Google Shape;542;p74" title="testing_confusion_matrix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100993" y="1849793"/>
            <a:ext cx="2558761" cy="2225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6" name="Shape 5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7" name="Google Shape;547;p75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</p:txBody>
      </p:sp>
      <p:sp>
        <p:nvSpPr>
          <p:cNvPr id="548" name="Google Shape;548;p75"/>
          <p:cNvSpPr txBox="1"/>
          <p:nvPr>
            <p:ph type="title"/>
          </p:nvPr>
        </p:nvSpPr>
        <p:spPr>
          <a:xfrm>
            <a:off x="702825" y="1426350"/>
            <a:ext cx="2273400" cy="630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Strong Performance in High Dimensions: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9" name="Google Shape;549;p75"/>
          <p:cNvSpPr txBox="1"/>
          <p:nvPr>
            <p:ph idx="2" type="title"/>
          </p:nvPr>
        </p:nvSpPr>
        <p:spPr>
          <a:xfrm>
            <a:off x="702825" y="2238925"/>
            <a:ext cx="23355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Robust to Overfitting with Proper Tuning:</a:t>
            </a:r>
            <a:endParaRPr/>
          </a:p>
        </p:txBody>
      </p:sp>
      <p:sp>
        <p:nvSpPr>
          <p:cNvPr id="550" name="Google Shape;550;p75"/>
          <p:cNvSpPr txBox="1"/>
          <p:nvPr>
            <p:ph idx="3" type="title"/>
          </p:nvPr>
        </p:nvSpPr>
        <p:spPr>
          <a:xfrm>
            <a:off x="702825" y="3065800"/>
            <a:ext cx="2567700" cy="590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Versatile with Non-Linear Kernels:</a:t>
            </a:r>
            <a:endParaRPr/>
          </a:p>
        </p:txBody>
      </p:sp>
      <p:sp>
        <p:nvSpPr>
          <p:cNvPr id="551" name="Google Shape;551;p75"/>
          <p:cNvSpPr txBox="1"/>
          <p:nvPr>
            <p:ph idx="4294967295" type="title"/>
          </p:nvPr>
        </p:nvSpPr>
        <p:spPr>
          <a:xfrm>
            <a:off x="3435929" y="1426350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SVMs handle high-dimensional feature spaces effectively, making them ideal for our dataset of engineered geometric features (e.g., distances and angles from facial landmarks).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52" name="Google Shape;552;p75"/>
          <p:cNvSpPr txBox="1"/>
          <p:nvPr>
            <p:ph idx="4294967295" type="title"/>
          </p:nvPr>
        </p:nvSpPr>
        <p:spPr>
          <a:xfrm>
            <a:off x="3436503" y="2239704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By using kernel tricks and regularization (C parameter), SVMs can balance the trade-off between model complexity and generalization, reducing overfitting even on smaller datasets like CK+.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53" name="Google Shape;553;p75"/>
          <p:cNvSpPr txBox="1"/>
          <p:nvPr>
            <p:ph idx="4294967295" type="title"/>
          </p:nvPr>
        </p:nvSpPr>
        <p:spPr>
          <a:xfrm>
            <a:off x="3433500" y="3065804"/>
            <a:ext cx="4810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SVMs support various kernels (e.g., polynomial, RBF) that enable them to capture non-linear decision boundaries—critical for distinguishing subtle differences between similar facial expressions.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554" name="Google Shape;554;p75"/>
          <p:cNvCxnSpPr/>
          <p:nvPr/>
        </p:nvCxnSpPr>
        <p:spPr>
          <a:xfrm>
            <a:off x="791150" y="137157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5" name="Google Shape;555;p75"/>
          <p:cNvCxnSpPr/>
          <p:nvPr/>
        </p:nvCxnSpPr>
        <p:spPr>
          <a:xfrm>
            <a:off x="791150" y="2184934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6" name="Google Shape;556;p75"/>
          <p:cNvCxnSpPr/>
          <p:nvPr/>
        </p:nvCxnSpPr>
        <p:spPr>
          <a:xfrm>
            <a:off x="791150" y="30110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557" name="Google Shape;557;p75"/>
          <p:cNvCxnSpPr/>
          <p:nvPr/>
        </p:nvCxnSpPr>
        <p:spPr>
          <a:xfrm>
            <a:off x="791150" y="38117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558" name="Google Shape;558;p75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Chosen and Why:</a:t>
            </a:r>
            <a:endParaRPr/>
          </a:p>
        </p:txBody>
      </p:sp>
      <p:sp>
        <p:nvSpPr>
          <p:cNvPr id="559" name="Google Shape;559;p7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3" name="Shape 5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4" name="Google Shape;564;p76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65" name="Google Shape;565;p76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 Vector Machine</a:t>
            </a:r>
            <a:endParaRPr/>
          </a:p>
        </p:txBody>
      </p:sp>
      <p:sp>
        <p:nvSpPr>
          <p:cNvPr id="566" name="Google Shape;566;p76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Classification Report</a:t>
            </a:r>
            <a:endParaRPr/>
          </a:p>
        </p:txBody>
      </p:sp>
      <p:sp>
        <p:nvSpPr>
          <p:cNvPr id="567" name="Google Shape;567;p76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pic>
        <p:nvPicPr>
          <p:cNvPr id="568" name="Google Shape;568;p76" title="image_2025-05-05_042911184.png"/>
          <p:cNvPicPr preferRelativeResize="0"/>
          <p:nvPr/>
        </p:nvPicPr>
        <p:blipFill rotWithShape="1">
          <a:blip r:embed="rId3">
            <a:alphaModFix/>
          </a:blip>
          <a:srcRect b="0" l="0" r="1633" t="0"/>
          <a:stretch/>
        </p:blipFill>
        <p:spPr>
          <a:xfrm>
            <a:off x="3205950" y="1901350"/>
            <a:ext cx="2687150" cy="22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9" name="Google Shape;569;p76" title="image_2025-05-05_042845159.png"/>
          <p:cNvPicPr preferRelativeResize="0"/>
          <p:nvPr/>
        </p:nvPicPr>
        <p:blipFill rotWithShape="1">
          <a:blip r:embed="rId4">
            <a:alphaModFix/>
          </a:blip>
          <a:srcRect b="0" l="1697" r="1329" t="0"/>
          <a:stretch/>
        </p:blipFill>
        <p:spPr>
          <a:xfrm>
            <a:off x="391725" y="1901350"/>
            <a:ext cx="2687151" cy="2251650"/>
          </a:xfrm>
          <a:prstGeom prst="rect">
            <a:avLst/>
          </a:prstGeom>
          <a:noFill/>
          <a:ln>
            <a:noFill/>
          </a:ln>
        </p:spPr>
      </p:pic>
      <p:pic>
        <p:nvPicPr>
          <p:cNvPr id="570" name="Google Shape;570;p76" title="image_2025-05-05_042930004.png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6020175" y="1901350"/>
            <a:ext cx="2787476" cy="2251650"/>
          </a:xfrm>
          <a:prstGeom prst="rect">
            <a:avLst/>
          </a:prstGeom>
          <a:noFill/>
          <a:ln>
            <a:noFill/>
          </a:ln>
        </p:spPr>
      </p:pic>
      <p:sp>
        <p:nvSpPr>
          <p:cNvPr id="571" name="Google Shape;571;p76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2" name="Google Shape;572;p76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73" name="Google Shape;573;p76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7" name="Shape 5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8" name="Google Shape;578;p77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9" name="Google Shape;579;p77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Support</a:t>
            </a:r>
            <a:r>
              <a:rPr lang="en"/>
              <a:t> Vector Machine</a:t>
            </a:r>
            <a:endParaRPr/>
          </a:p>
        </p:txBody>
      </p:sp>
      <p:sp>
        <p:nvSpPr>
          <p:cNvPr id="580" name="Google Shape;580;p77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Confusion Matrix</a:t>
            </a:r>
            <a:endParaRPr/>
          </a:p>
        </p:txBody>
      </p:sp>
      <p:sp>
        <p:nvSpPr>
          <p:cNvPr id="581" name="Google Shape;581;p77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582" name="Google Shape;582;p77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3" name="Google Shape;583;p77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584" name="Google Shape;584;p77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585" name="Google Shape;585;p77"/>
          <p:cNvPicPr preferRelativeResize="0"/>
          <p:nvPr/>
        </p:nvPicPr>
        <p:blipFill rotWithShape="1">
          <a:blip r:embed="rId3">
            <a:alphaModFix/>
          </a:blip>
          <a:srcRect b="0" l="0" r="7579" t="0"/>
          <a:stretch/>
        </p:blipFill>
        <p:spPr>
          <a:xfrm>
            <a:off x="282205" y="1804435"/>
            <a:ext cx="2837158" cy="245584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6" name="Google Shape;586;p77"/>
          <p:cNvPicPr preferRelativeResize="0"/>
          <p:nvPr/>
        </p:nvPicPr>
        <p:blipFill rotWithShape="1">
          <a:blip r:embed="rId4">
            <a:alphaModFix/>
          </a:blip>
          <a:srcRect b="0" l="0" r="8122" t="0"/>
          <a:stretch/>
        </p:blipFill>
        <p:spPr>
          <a:xfrm>
            <a:off x="3153898" y="1805075"/>
            <a:ext cx="2836205" cy="2454566"/>
          </a:xfrm>
          <a:prstGeom prst="rect">
            <a:avLst/>
          </a:prstGeom>
          <a:noFill/>
          <a:ln>
            <a:noFill/>
          </a:ln>
        </p:spPr>
      </p:pic>
      <p:pic>
        <p:nvPicPr>
          <p:cNvPr id="587" name="Google Shape;587;p77"/>
          <p:cNvPicPr preferRelativeResize="0"/>
          <p:nvPr/>
        </p:nvPicPr>
        <p:blipFill rotWithShape="1">
          <a:blip r:embed="rId5">
            <a:alphaModFix/>
          </a:blip>
          <a:srcRect b="0" l="0" r="8341" t="0"/>
          <a:stretch/>
        </p:blipFill>
        <p:spPr>
          <a:xfrm>
            <a:off x="6025114" y="1801667"/>
            <a:ext cx="2836205" cy="245456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p78"/>
          <p:cNvSpPr txBox="1"/>
          <p:nvPr>
            <p:ph idx="5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Multilayer Perceptron</a:t>
            </a:r>
            <a:endParaRPr/>
          </a:p>
        </p:txBody>
      </p:sp>
      <p:sp>
        <p:nvSpPr>
          <p:cNvPr id="593" name="Google Shape;593;p78"/>
          <p:cNvSpPr txBox="1"/>
          <p:nvPr>
            <p:ph type="title"/>
          </p:nvPr>
        </p:nvSpPr>
        <p:spPr>
          <a:xfrm>
            <a:off x="702825" y="1426349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for Nonlinear Data:</a:t>
            </a:r>
            <a:endParaRPr/>
          </a:p>
        </p:txBody>
      </p:sp>
      <p:sp>
        <p:nvSpPr>
          <p:cNvPr id="594" name="Google Shape;594;p78"/>
          <p:cNvSpPr txBox="1"/>
          <p:nvPr>
            <p:ph idx="2" type="title"/>
          </p:nvPr>
        </p:nvSpPr>
        <p:spPr>
          <a:xfrm>
            <a:off x="702825" y="213655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Effective for High-Dimensional Data:</a:t>
            </a:r>
            <a:endParaRPr/>
          </a:p>
        </p:txBody>
      </p:sp>
      <p:sp>
        <p:nvSpPr>
          <p:cNvPr id="595" name="Google Shape;595;p78"/>
          <p:cNvSpPr txBox="1"/>
          <p:nvPr>
            <p:ph idx="3" type="title"/>
          </p:nvPr>
        </p:nvSpPr>
        <p:spPr>
          <a:xfrm>
            <a:off x="702825" y="3194091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Versatile</a:t>
            </a:r>
            <a:r>
              <a:rPr lang="en"/>
              <a:t>:</a:t>
            </a:r>
            <a:endParaRPr/>
          </a:p>
        </p:txBody>
      </p:sp>
      <p:sp>
        <p:nvSpPr>
          <p:cNvPr id="596" name="Google Shape;596;p78"/>
          <p:cNvSpPr txBox="1"/>
          <p:nvPr>
            <p:ph idx="4294967295" type="title"/>
          </p:nvPr>
        </p:nvSpPr>
        <p:spPr>
          <a:xfrm>
            <a:off x="3435929" y="1426350"/>
            <a:ext cx="4810200" cy="703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Facial emotions involve complex interactions between landmarks that may not be linearly separable.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7" name="Google Shape;597;p78"/>
          <p:cNvSpPr txBox="1"/>
          <p:nvPr>
            <p:ph idx="4294967295" type="title"/>
          </p:nvPr>
        </p:nvSpPr>
        <p:spPr>
          <a:xfrm>
            <a:off x="3436503" y="2330979"/>
            <a:ext cx="4810200" cy="5340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MLPs can efficiently learn nonlinear relationships in high-dimensional spaces.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598" name="Google Shape;598;p78"/>
          <p:cNvSpPr txBox="1"/>
          <p:nvPr>
            <p:ph idx="4294967295" type="title"/>
          </p:nvPr>
        </p:nvSpPr>
        <p:spPr>
          <a:xfrm>
            <a:off x="3433500" y="3248179"/>
            <a:ext cx="4810200" cy="32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MLP’s have proven to generalize well to small and large datasets. 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599" name="Google Shape;599;p78"/>
          <p:cNvCxnSpPr/>
          <p:nvPr/>
        </p:nvCxnSpPr>
        <p:spPr>
          <a:xfrm>
            <a:off x="791150" y="1371575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0" name="Google Shape;600;p78"/>
          <p:cNvCxnSpPr/>
          <p:nvPr/>
        </p:nvCxnSpPr>
        <p:spPr>
          <a:xfrm>
            <a:off x="791150" y="2115334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1" name="Google Shape;601;p78"/>
          <p:cNvCxnSpPr/>
          <p:nvPr/>
        </p:nvCxnSpPr>
        <p:spPr>
          <a:xfrm>
            <a:off x="791150" y="3011023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02" name="Google Shape;602;p78"/>
          <p:cNvCxnSpPr/>
          <p:nvPr/>
        </p:nvCxnSpPr>
        <p:spPr>
          <a:xfrm>
            <a:off x="791150" y="3811728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03" name="Google Shape;603;p78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Algorithms Chosen and Why:</a:t>
            </a:r>
            <a:endParaRPr/>
          </a:p>
        </p:txBody>
      </p:sp>
      <p:sp>
        <p:nvSpPr>
          <p:cNvPr id="604" name="Google Shape;604;p78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8" name="Shape 6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9" name="Google Shape;609;p79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0" name="Google Shape;610;p79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Multilayer Perceptron</a:t>
            </a:r>
            <a:endParaRPr/>
          </a:p>
        </p:txBody>
      </p:sp>
      <p:sp>
        <p:nvSpPr>
          <p:cNvPr id="611" name="Google Shape;611;p79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Classification Report</a:t>
            </a:r>
            <a:endParaRPr/>
          </a:p>
        </p:txBody>
      </p:sp>
      <p:sp>
        <p:nvSpPr>
          <p:cNvPr id="612" name="Google Shape;612;p79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13" name="Google Shape;613;p79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4" name="Google Shape;614;p79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15" name="Google Shape;615;p79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16" name="Google Shape;616;p79" title="Classification Report - Train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07688" y="2157750"/>
            <a:ext cx="2844677" cy="17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7" name="Google Shape;617;p79" title="Classification Report - Val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34337" y="2157750"/>
            <a:ext cx="2875325" cy="1738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18" name="Google Shape;618;p79" title="Classification Report - Te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009686" y="2157750"/>
            <a:ext cx="2728877" cy="1738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2" name="Shape 6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3" name="Google Shape;623;p80"/>
          <p:cNvSpPr/>
          <p:nvPr/>
        </p:nvSpPr>
        <p:spPr>
          <a:xfrm>
            <a:off x="216225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24" name="Google Shape;624;p80"/>
          <p:cNvSpPr txBox="1"/>
          <p:nvPr>
            <p:ph idx="3" type="body"/>
          </p:nvPr>
        </p:nvSpPr>
        <p:spPr>
          <a:xfrm>
            <a:off x="480425" y="610475"/>
            <a:ext cx="4878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Multilayer Perceptron</a:t>
            </a:r>
            <a:endParaRPr/>
          </a:p>
        </p:txBody>
      </p:sp>
      <p:sp>
        <p:nvSpPr>
          <p:cNvPr id="625" name="Google Shape;625;p80"/>
          <p:cNvSpPr txBox="1"/>
          <p:nvPr>
            <p:ph idx="2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 for Confusion Matrix</a:t>
            </a:r>
            <a:endParaRPr/>
          </a:p>
        </p:txBody>
      </p:sp>
      <p:sp>
        <p:nvSpPr>
          <p:cNvPr id="626" name="Google Shape;626;p80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27" name="Google Shape;627;p80"/>
          <p:cNvSpPr txBox="1"/>
          <p:nvPr>
            <p:ph idx="3" type="body"/>
          </p:nvPr>
        </p:nvSpPr>
        <p:spPr>
          <a:xfrm>
            <a:off x="1369275" y="1172263"/>
            <a:ext cx="721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Training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8" name="Google Shape;628;p80"/>
          <p:cNvSpPr txBox="1"/>
          <p:nvPr>
            <p:ph idx="3" type="body"/>
          </p:nvPr>
        </p:nvSpPr>
        <p:spPr>
          <a:xfrm>
            <a:off x="4148250" y="1172263"/>
            <a:ext cx="8475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Validation</a:t>
            </a:r>
            <a:endParaRPr>
              <a:solidFill>
                <a:schemeClr val="dk1"/>
              </a:solidFill>
            </a:endParaRPr>
          </a:p>
        </p:txBody>
      </p:sp>
      <p:sp>
        <p:nvSpPr>
          <p:cNvPr id="629" name="Google Shape;629;p80"/>
          <p:cNvSpPr txBox="1"/>
          <p:nvPr>
            <p:ph idx="3" type="body"/>
          </p:nvPr>
        </p:nvSpPr>
        <p:spPr>
          <a:xfrm>
            <a:off x="7053225" y="1172275"/>
            <a:ext cx="654300" cy="376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Testing</a:t>
            </a:r>
            <a:endParaRPr>
              <a:solidFill>
                <a:schemeClr val="dk1"/>
              </a:solidFill>
            </a:endParaRPr>
          </a:p>
        </p:txBody>
      </p:sp>
      <p:pic>
        <p:nvPicPr>
          <p:cNvPr id="630" name="Google Shape;630;p80" title="Confusion Matrix - Train.png"/>
          <p:cNvPicPr preferRelativeResize="0"/>
          <p:nvPr/>
        </p:nvPicPr>
        <p:blipFill rotWithShape="1">
          <a:blip r:embed="rId3">
            <a:alphaModFix/>
          </a:blip>
          <a:srcRect b="0" l="0" r="11151" t="0"/>
          <a:stretch/>
        </p:blipFill>
        <p:spPr>
          <a:xfrm>
            <a:off x="480425" y="1920875"/>
            <a:ext cx="2621101" cy="22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1" name="Google Shape;631;p80" title="Confusion Matrix - Val.png"/>
          <p:cNvPicPr preferRelativeResize="0"/>
          <p:nvPr/>
        </p:nvPicPr>
        <p:blipFill rotWithShape="1">
          <a:blip r:embed="rId4">
            <a:alphaModFix/>
          </a:blip>
          <a:srcRect b="0" l="0" r="12816" t="0"/>
          <a:stretch/>
        </p:blipFill>
        <p:spPr>
          <a:xfrm>
            <a:off x="3285949" y="1920875"/>
            <a:ext cx="2572101" cy="2212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32" name="Google Shape;632;p80" title="Confusion Matrix - Test.png"/>
          <p:cNvPicPr preferRelativeResize="0"/>
          <p:nvPr/>
        </p:nvPicPr>
        <p:blipFill rotWithShape="1">
          <a:blip r:embed="rId5">
            <a:alphaModFix/>
          </a:blip>
          <a:srcRect b="0" l="0" r="12884" t="0"/>
          <a:stretch/>
        </p:blipFill>
        <p:spPr>
          <a:xfrm>
            <a:off x="6042468" y="1920875"/>
            <a:ext cx="2569965" cy="22126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6" name="Shape 6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7" name="Google Shape;637;p81"/>
          <p:cNvSpPr txBox="1"/>
          <p:nvPr>
            <p:ph type="title"/>
          </p:nvPr>
        </p:nvSpPr>
        <p:spPr>
          <a:xfrm>
            <a:off x="697350" y="3071825"/>
            <a:ext cx="7749300" cy="876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38" name="Google Shape;638;p81"/>
          <p:cNvSpPr txBox="1"/>
          <p:nvPr>
            <p:ph idx="2" type="title"/>
          </p:nvPr>
        </p:nvSpPr>
        <p:spPr>
          <a:xfrm>
            <a:off x="3278250" y="1194450"/>
            <a:ext cx="2587500" cy="1829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05</a:t>
            </a:r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42" name="Shape 6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3" name="Google Shape;643;p82"/>
          <p:cNvSpPr/>
          <p:nvPr/>
        </p:nvSpPr>
        <p:spPr>
          <a:xfrm>
            <a:off x="260400" y="1172275"/>
            <a:ext cx="8623200" cy="3709800"/>
          </a:xfrm>
          <a:prstGeom prst="roundRect">
            <a:avLst>
              <a:gd fmla="val 16667" name="adj"/>
            </a:avLst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4" name="Google Shape;644;p82"/>
          <p:cNvSpPr txBox="1"/>
          <p:nvPr>
            <p:ph idx="2" type="subTitle"/>
          </p:nvPr>
        </p:nvSpPr>
        <p:spPr>
          <a:xfrm>
            <a:off x="480425" y="290625"/>
            <a:ext cx="38106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Metric To Focus On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45" name="Google Shape;645;p82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  <p:sp>
        <p:nvSpPr>
          <p:cNvPr id="646" name="Google Shape;646;p82"/>
          <p:cNvSpPr txBox="1"/>
          <p:nvPr>
            <p:ph idx="3" type="body"/>
          </p:nvPr>
        </p:nvSpPr>
        <p:spPr>
          <a:xfrm>
            <a:off x="720975" y="1486025"/>
            <a:ext cx="7726500" cy="31323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1"/>
                </a:solidFill>
              </a:rPr>
              <a:t>Why We Focus on F1 Score Instead of Accuracy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Imbalanced Dataset: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CK+ dataset has uneven class distribution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Some emotions like Surprise appear much more frequently than others like Contempt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A model can achieve high accuracy simply by favoring the majority classes, which gives a false sense of performance.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Balanced Precision and Recall: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F1 score combines precision (the correctness of positive predictions) and recall (the ability to find all actual positives), offering a more balanced view of performance.</a:t>
            </a:r>
            <a:endParaRPr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●"/>
            </a:pPr>
            <a:r>
              <a:rPr lang="en">
                <a:solidFill>
                  <a:schemeClr val="dk1"/>
                </a:solidFill>
              </a:rPr>
              <a:t>Better Reflection of True Performance:</a:t>
            </a:r>
            <a:endParaRPr>
              <a:solidFill>
                <a:schemeClr val="dk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Char char="○"/>
            </a:pPr>
            <a:r>
              <a:rPr lang="en">
                <a:solidFill>
                  <a:schemeClr val="dk1"/>
                </a:solidFill>
              </a:rPr>
              <a:t>Unlike accuracy, which can mask poor results on minority classes, the F1 score highlights weaknesses by penalizing models that fail to detect less common emotions.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50" name="Shape 6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1" name="Google Shape;651;p83"/>
          <p:cNvSpPr/>
          <p:nvPr>
            <p:ph idx="3" type="pic"/>
          </p:nvPr>
        </p:nvSpPr>
        <p:spPr>
          <a:xfrm>
            <a:off x="6847385" y="118913"/>
            <a:ext cx="1643700" cy="1535100"/>
          </a:xfrm>
          <a:prstGeom prst="rect">
            <a:avLst/>
          </a:prstGeom>
        </p:spPr>
      </p:sp>
      <p:pic>
        <p:nvPicPr>
          <p:cNvPr id="652" name="Google Shape;652;p83" title="image_2025-05-07_033408514.png"/>
          <p:cNvPicPr preferRelativeResize="0"/>
          <p:nvPr>
            <p:ph idx="5" type="pic"/>
          </p:nvPr>
        </p:nvPicPr>
        <p:blipFill rotWithShape="1">
          <a:blip r:embed="rId3">
            <a:alphaModFix/>
          </a:blip>
          <a:srcRect b="0" l="1826" r="0" t="0"/>
          <a:stretch/>
        </p:blipFill>
        <p:spPr>
          <a:xfrm>
            <a:off x="4478550" y="1804200"/>
            <a:ext cx="1865350" cy="1535100"/>
          </a:xfrm>
          <a:prstGeom prst="rect">
            <a:avLst/>
          </a:prstGeom>
        </p:spPr>
      </p:pic>
      <p:pic>
        <p:nvPicPr>
          <p:cNvPr id="653" name="Google Shape;653;p83" title="image_2025-05-07_033451523.png"/>
          <p:cNvPicPr preferRelativeResize="0"/>
          <p:nvPr>
            <p:ph idx="6" type="pic"/>
          </p:nvPr>
        </p:nvPicPr>
        <p:blipFill rotWithShape="1">
          <a:blip r:embed="rId4">
            <a:alphaModFix/>
          </a:blip>
          <a:srcRect b="0" l="0" r="7167" t="0"/>
          <a:stretch/>
        </p:blipFill>
        <p:spPr>
          <a:xfrm>
            <a:off x="6709800" y="1804200"/>
            <a:ext cx="1781275" cy="1535100"/>
          </a:xfrm>
          <a:prstGeom prst="rect">
            <a:avLst/>
          </a:prstGeom>
        </p:spPr>
      </p:pic>
      <p:sp>
        <p:nvSpPr>
          <p:cNvPr id="654" name="Google Shape;654;p83"/>
          <p:cNvSpPr txBox="1"/>
          <p:nvPr>
            <p:ph type="title"/>
          </p:nvPr>
        </p:nvSpPr>
        <p:spPr>
          <a:xfrm>
            <a:off x="41275" y="52500"/>
            <a:ext cx="2596800" cy="617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800"/>
              <a:t>Results</a:t>
            </a:r>
            <a:endParaRPr sz="2300"/>
          </a:p>
        </p:txBody>
      </p:sp>
      <p:sp>
        <p:nvSpPr>
          <p:cNvPr id="655" name="Google Shape;655;p83"/>
          <p:cNvSpPr txBox="1"/>
          <p:nvPr>
            <p:ph type="title"/>
          </p:nvPr>
        </p:nvSpPr>
        <p:spPr>
          <a:xfrm>
            <a:off x="2533200" y="619587"/>
            <a:ext cx="2038800" cy="415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Decision Tree</a:t>
            </a:r>
            <a:endParaRPr sz="1500"/>
          </a:p>
        </p:txBody>
      </p:sp>
      <p:sp>
        <p:nvSpPr>
          <p:cNvPr id="656" name="Google Shape;656;p83"/>
          <p:cNvSpPr txBox="1"/>
          <p:nvPr>
            <p:ph idx="4294967295" type="title"/>
          </p:nvPr>
        </p:nvSpPr>
        <p:spPr>
          <a:xfrm>
            <a:off x="2533200" y="218503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Support Vector Machine</a:t>
            </a:r>
            <a:endParaRPr sz="1500"/>
          </a:p>
        </p:txBody>
      </p:sp>
      <p:sp>
        <p:nvSpPr>
          <p:cNvPr id="657" name="Google Shape;657;p83"/>
          <p:cNvSpPr txBox="1"/>
          <p:nvPr>
            <p:ph idx="4294967295" type="title"/>
          </p:nvPr>
        </p:nvSpPr>
        <p:spPr>
          <a:xfrm>
            <a:off x="2638075" y="4063666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/>
              <a:t>MLP</a:t>
            </a:r>
            <a:endParaRPr sz="1500"/>
          </a:p>
        </p:txBody>
      </p:sp>
      <p:cxnSp>
        <p:nvCxnSpPr>
          <p:cNvPr id="658" name="Google Shape;658;p83"/>
          <p:cNvCxnSpPr/>
          <p:nvPr/>
        </p:nvCxnSpPr>
        <p:spPr>
          <a:xfrm>
            <a:off x="1606575" y="1723109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659" name="Google Shape;659;p83"/>
          <p:cNvCxnSpPr/>
          <p:nvPr/>
        </p:nvCxnSpPr>
        <p:spPr>
          <a:xfrm>
            <a:off x="1603152" y="3419709"/>
            <a:ext cx="7455600" cy="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pic>
        <p:nvPicPr>
          <p:cNvPr id="660" name="Google Shape;660;p83" title="Classification Report - Test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355875" y="3584550"/>
            <a:ext cx="2110700" cy="13449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61" name="Google Shape;661;p83" title="Confusion Matrix - Test.png"/>
          <p:cNvPicPr preferRelativeResize="0"/>
          <p:nvPr/>
        </p:nvPicPr>
        <p:blipFill rotWithShape="1">
          <a:blip r:embed="rId6">
            <a:alphaModFix/>
          </a:blip>
          <a:srcRect b="0" l="0" r="12884" t="0"/>
          <a:stretch/>
        </p:blipFill>
        <p:spPr>
          <a:xfrm>
            <a:off x="6709800" y="3490228"/>
            <a:ext cx="1781275" cy="1533569"/>
          </a:xfrm>
          <a:prstGeom prst="rect">
            <a:avLst/>
          </a:prstGeom>
          <a:noFill/>
          <a:ln>
            <a:noFill/>
          </a:ln>
        </p:spPr>
      </p:pic>
      <p:pic>
        <p:nvPicPr>
          <p:cNvPr id="662" name="Google Shape;662;p83" title="testing_classification_report.png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4355875" y="246575"/>
            <a:ext cx="2110700" cy="1241798"/>
          </a:xfrm>
          <a:prstGeom prst="rect">
            <a:avLst/>
          </a:prstGeom>
          <a:noFill/>
          <a:ln>
            <a:noFill/>
          </a:ln>
        </p:spPr>
      </p:pic>
      <p:pic>
        <p:nvPicPr>
          <p:cNvPr id="663" name="Google Shape;663;p83" title="testing_confusion_matrix.png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778588" y="92938"/>
            <a:ext cx="1781275" cy="154906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7" name="Shape 6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8" name="Google Shape;668;p84"/>
          <p:cNvSpPr txBox="1"/>
          <p:nvPr>
            <p:ph idx="4294967295" type="title"/>
          </p:nvPr>
        </p:nvSpPr>
        <p:spPr>
          <a:xfrm>
            <a:off x="4822200" y="1515800"/>
            <a:ext cx="4321800" cy="3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Try training an MLP on features from a much larger dataset that’s better suited for Deep Learning, like FER-2013.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Compare the 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performance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of an MLP that takes distinct facial features as inputs with a CNN that trains on images of faces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 directly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Brainstorm real-world applications of efficient emotion classification using facial landmarks, e.g.: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Virtual assistants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Customer Service and Marketing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Healthcare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Security and Surveillance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Entertainment and Media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1" marL="9144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○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In the </a:t>
            </a: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Workplace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sp>
        <p:nvSpPr>
          <p:cNvPr id="669" name="Google Shape;669;p84"/>
          <p:cNvSpPr txBox="1"/>
          <p:nvPr>
            <p:ph type="title"/>
          </p:nvPr>
        </p:nvSpPr>
        <p:spPr>
          <a:xfrm>
            <a:off x="395250" y="1133162"/>
            <a:ext cx="2038800" cy="378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Comparison</a:t>
            </a:r>
            <a:endParaRPr/>
          </a:p>
        </p:txBody>
      </p:sp>
      <p:sp>
        <p:nvSpPr>
          <p:cNvPr id="670" name="Google Shape;670;p84"/>
          <p:cNvSpPr txBox="1"/>
          <p:nvPr>
            <p:ph idx="2" type="title"/>
          </p:nvPr>
        </p:nvSpPr>
        <p:spPr>
          <a:xfrm>
            <a:off x="4822200" y="1129088"/>
            <a:ext cx="2038800" cy="386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Future Goals</a:t>
            </a:r>
            <a:endParaRPr/>
          </a:p>
        </p:txBody>
      </p:sp>
      <p:sp>
        <p:nvSpPr>
          <p:cNvPr id="671" name="Google Shape;671;p84"/>
          <p:cNvSpPr txBox="1"/>
          <p:nvPr>
            <p:ph idx="4294967295" type="title"/>
          </p:nvPr>
        </p:nvSpPr>
        <p:spPr>
          <a:xfrm>
            <a:off x="395250" y="1515800"/>
            <a:ext cx="4176900" cy="3631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Interestingly, the SVM actually generalized better to the test set than the more complex MLP.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This may be due to using such a small dataset (less than 700 train images).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The MLP is too complex to effectively learn patterns with this little data.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  <a:p>
            <a:pPr indent="-298450" lvl="0" marL="45720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Font typeface="Barlow Light"/>
              <a:buChar char="●"/>
            </a:pPr>
            <a:r>
              <a:rPr lang="en" sz="1100">
                <a:solidFill>
                  <a:schemeClr val="lt1"/>
                </a:solidFill>
                <a:latin typeface="Barlow Light"/>
                <a:ea typeface="Barlow Light"/>
                <a:cs typeface="Barlow Light"/>
                <a:sym typeface="Barlow Light"/>
              </a:rPr>
              <a:t>Smaller models like Decision Trees and SVM’s are less likely to overfit with a dataset of this size.</a:t>
            </a:r>
            <a:endParaRPr sz="1100">
              <a:solidFill>
                <a:schemeClr val="lt1"/>
              </a:solidFill>
              <a:latin typeface="Barlow Light"/>
              <a:ea typeface="Barlow Light"/>
              <a:cs typeface="Barlow Light"/>
              <a:sym typeface="Barlow Light"/>
            </a:endParaRPr>
          </a:p>
        </p:txBody>
      </p:sp>
      <p:cxnSp>
        <p:nvCxnSpPr>
          <p:cNvPr id="672" name="Google Shape;672;p84"/>
          <p:cNvCxnSpPr/>
          <p:nvPr/>
        </p:nvCxnSpPr>
        <p:spPr>
          <a:xfrm flipH="1">
            <a:off x="4572000" y="1084200"/>
            <a:ext cx="25800" cy="4059300"/>
          </a:xfrm>
          <a:prstGeom prst="straightConnector1">
            <a:avLst/>
          </a:prstGeom>
          <a:noFill/>
          <a:ln cap="flat" cmpd="sng" w="9525">
            <a:solidFill>
              <a:schemeClr val="dk2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673" name="Google Shape;673;p84"/>
          <p:cNvSpPr txBox="1"/>
          <p:nvPr>
            <p:ph idx="1" type="subTitle"/>
          </p:nvPr>
        </p:nvSpPr>
        <p:spPr>
          <a:xfrm>
            <a:off x="480420" y="290626"/>
            <a:ext cx="3592200" cy="337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Conclusion</a:t>
            </a:r>
            <a:endParaRPr/>
          </a:p>
        </p:txBody>
      </p:sp>
      <p:sp>
        <p:nvSpPr>
          <p:cNvPr id="674" name="Google Shape;674;p84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78" name="Shape 6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9" name="Google Shape;679;p85"/>
          <p:cNvSpPr txBox="1"/>
          <p:nvPr>
            <p:ph idx="1" type="subTitle"/>
          </p:nvPr>
        </p:nvSpPr>
        <p:spPr>
          <a:xfrm>
            <a:off x="791150" y="522625"/>
            <a:ext cx="3918300" cy="7500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Questions?</a:t>
            </a:r>
            <a:endParaRPr/>
          </a:p>
        </p:txBody>
      </p:sp>
      <p:sp>
        <p:nvSpPr>
          <p:cNvPr id="680" name="Google Shape;680;p85"/>
          <p:cNvSpPr txBox="1"/>
          <p:nvPr>
            <p:ph idx="12" type="sldNum"/>
          </p:nvPr>
        </p:nvSpPr>
        <p:spPr>
          <a:xfrm>
            <a:off x="8490529" y="250829"/>
            <a:ext cx="348900" cy="178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4" name="Shape 6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5" name="Google Shape;685;p86"/>
          <p:cNvSpPr txBox="1"/>
          <p:nvPr>
            <p:ph type="title"/>
          </p:nvPr>
        </p:nvSpPr>
        <p:spPr>
          <a:xfrm>
            <a:off x="455221" y="1321125"/>
            <a:ext cx="5094600" cy="1749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trategy Plan">
  <a:themeElements>
    <a:clrScheme name="Simple Light">
      <a:dk1>
        <a:srgbClr val="FFFFFF"/>
      </a:dk1>
      <a:lt1>
        <a:srgbClr val="000000"/>
      </a:lt1>
      <a:dk2>
        <a:srgbClr val="999999"/>
      </a:dk2>
      <a:lt2>
        <a:srgbClr val="FFECD1"/>
      </a:lt2>
      <a:accent1>
        <a:srgbClr val="AC6600"/>
      </a:accent1>
      <a:accent2>
        <a:srgbClr val="5E7F00"/>
      </a:accent2>
      <a:accent3>
        <a:srgbClr val="2322EF"/>
      </a:accent3>
      <a:accent4>
        <a:srgbClr val="DDDDFF"/>
      </a:accent4>
      <a:accent5>
        <a:srgbClr val="EFEFEF"/>
      </a:accent5>
      <a:accent6>
        <a:srgbClr val="F7FEEB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